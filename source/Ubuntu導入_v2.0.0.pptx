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6" r:id="rId1"/>
  </p:sldMasterIdLst>
  <p:sldIdLst>
    <p:sldId id="256" r:id="rId2"/>
    <p:sldId id="280" r:id="rId3"/>
    <p:sldId id="309" r:id="rId4"/>
    <p:sldId id="273" r:id="rId5"/>
    <p:sldId id="285" r:id="rId6"/>
    <p:sldId id="310" r:id="rId7"/>
    <p:sldId id="276" r:id="rId8"/>
    <p:sldId id="312" r:id="rId9"/>
    <p:sldId id="283" r:id="rId10"/>
    <p:sldId id="311" r:id="rId11"/>
    <p:sldId id="294" r:id="rId12"/>
    <p:sldId id="286" r:id="rId13"/>
    <p:sldId id="295" r:id="rId14"/>
    <p:sldId id="287" r:id="rId15"/>
    <p:sldId id="313" r:id="rId16"/>
    <p:sldId id="314" r:id="rId17"/>
    <p:sldId id="315" r:id="rId18"/>
    <p:sldId id="316" r:id="rId19"/>
    <p:sldId id="318" r:id="rId20"/>
    <p:sldId id="317" r:id="rId21"/>
    <p:sldId id="319" r:id="rId22"/>
    <p:sldId id="320" r:id="rId23"/>
    <p:sldId id="322" r:id="rId24"/>
    <p:sldId id="321" r:id="rId25"/>
    <p:sldId id="308" r:id="rId26"/>
  </p:sldIdLst>
  <p:sldSz cx="9144000" cy="6858000" type="screen4x3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83324F4-3672-4EB8-95F6-BCB6717F58FE}" v="491" dt="2025-12-17T08:15:56.05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4800" autoAdjust="0"/>
    <p:restoredTop sz="94667" autoAdjust="0"/>
  </p:normalViewPr>
  <p:slideViewPr>
    <p:cSldViewPr>
      <p:cViewPr>
        <p:scale>
          <a:sx n="110" d="100"/>
          <a:sy n="110" d="100"/>
        </p:scale>
        <p:origin x="960" y="1555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imihiro ito" userId="64d9ef776e3b414a" providerId="LiveId" clId="{24430D68-2DF7-4B0C-BC1C-2CD25E7EDBB5}"/>
    <pc:docChg chg="undo custSel addSld delSld modSld sldOrd">
      <pc:chgData name="kimihiro ito" userId="64d9ef776e3b414a" providerId="LiveId" clId="{24430D68-2DF7-4B0C-BC1C-2CD25E7EDBB5}" dt="2025-12-17T08:16:51.182" v="10426" actId="47"/>
      <pc:docMkLst>
        <pc:docMk/>
      </pc:docMkLst>
      <pc:sldChg chg="modSp mod">
        <pc:chgData name="kimihiro ito" userId="64d9ef776e3b414a" providerId="LiveId" clId="{24430D68-2DF7-4B0C-BC1C-2CD25E7EDBB5}" dt="2025-12-03T07:12:43.403" v="2498"/>
        <pc:sldMkLst>
          <pc:docMk/>
          <pc:sldMk cId="391118748" sldId="256"/>
        </pc:sldMkLst>
        <pc:spChg chg="mod">
          <ac:chgData name="kimihiro ito" userId="64d9ef776e3b414a" providerId="LiveId" clId="{24430D68-2DF7-4B0C-BC1C-2CD25E7EDBB5}" dt="2025-12-03T07:12:43.403" v="2498"/>
          <ac:spMkLst>
            <pc:docMk/>
            <pc:sldMk cId="391118748" sldId="256"/>
            <ac:spMk id="2" creationId="{00000000-0000-0000-0000-000000000000}"/>
          </ac:spMkLst>
        </pc:spChg>
        <pc:spChg chg="mod">
          <ac:chgData name="kimihiro ito" userId="64d9ef776e3b414a" providerId="LiveId" clId="{24430D68-2DF7-4B0C-BC1C-2CD25E7EDBB5}" dt="2025-12-03T03:00:15.186" v="280"/>
          <ac:spMkLst>
            <pc:docMk/>
            <pc:sldMk cId="391118748" sldId="256"/>
            <ac:spMk id="3" creationId="{00000000-0000-0000-0000-000000000000}"/>
          </ac:spMkLst>
        </pc:spChg>
      </pc:sldChg>
      <pc:sldChg chg="addSp delSp modSp mod">
        <pc:chgData name="kimihiro ito" userId="64d9ef776e3b414a" providerId="LiveId" clId="{24430D68-2DF7-4B0C-BC1C-2CD25E7EDBB5}" dt="2025-12-03T08:10:25.412" v="4547" actId="20577"/>
        <pc:sldMkLst>
          <pc:docMk/>
          <pc:sldMk cId="2732252963" sldId="273"/>
        </pc:sldMkLst>
        <pc:spChg chg="mod">
          <ac:chgData name="kimihiro ito" userId="64d9ef776e3b414a" providerId="LiveId" clId="{24430D68-2DF7-4B0C-BC1C-2CD25E7EDBB5}" dt="2025-12-03T08:09:50.118" v="4532" actId="20577"/>
          <ac:spMkLst>
            <pc:docMk/>
            <pc:sldMk cId="2732252963" sldId="273"/>
            <ac:spMk id="2" creationId="{00000000-0000-0000-0000-000000000000}"/>
          </ac:spMkLst>
        </pc:spChg>
        <pc:spChg chg="mod">
          <ac:chgData name="kimihiro ito" userId="64d9ef776e3b414a" providerId="LiveId" clId="{24430D68-2DF7-4B0C-BC1C-2CD25E7EDBB5}" dt="2025-12-03T08:10:25.412" v="4547" actId="20577"/>
          <ac:spMkLst>
            <pc:docMk/>
            <pc:sldMk cId="2732252963" sldId="273"/>
            <ac:spMk id="3" creationId="{00000000-0000-0000-0000-000000000000}"/>
          </ac:spMkLst>
        </pc:spChg>
        <pc:spChg chg="add mod">
          <ac:chgData name="kimihiro ito" userId="64d9ef776e3b414a" providerId="LiveId" clId="{24430D68-2DF7-4B0C-BC1C-2CD25E7EDBB5}" dt="2025-12-03T07:13:51.158" v="2500" actId="1036"/>
          <ac:spMkLst>
            <pc:docMk/>
            <pc:sldMk cId="2732252963" sldId="273"/>
            <ac:spMk id="15" creationId="{A39D1D95-AA43-39F5-5561-33B1F9F0CE0A}"/>
          </ac:spMkLst>
        </pc:spChg>
        <pc:picChg chg="mod">
          <ac:chgData name="kimihiro ito" userId="64d9ef776e3b414a" providerId="LiveId" clId="{24430D68-2DF7-4B0C-BC1C-2CD25E7EDBB5}" dt="2025-12-03T06:22:52.024" v="805" actId="1076"/>
          <ac:picMkLst>
            <pc:docMk/>
            <pc:sldMk cId="2732252963" sldId="273"/>
            <ac:picMk id="5" creationId="{280535E5-9DBF-4253-0EF7-D0AAD545C2CC}"/>
          </ac:picMkLst>
        </pc:picChg>
        <pc:picChg chg="add mod">
          <ac:chgData name="kimihiro ito" userId="64d9ef776e3b414a" providerId="LiveId" clId="{24430D68-2DF7-4B0C-BC1C-2CD25E7EDBB5}" dt="2025-12-03T06:32:42.913" v="1211" actId="14100"/>
          <ac:picMkLst>
            <pc:docMk/>
            <pc:sldMk cId="2732252963" sldId="273"/>
            <ac:picMk id="14" creationId="{65941706-B614-5561-1505-CC2D61E92DC0}"/>
          </ac:picMkLst>
        </pc:picChg>
      </pc:sldChg>
      <pc:sldChg chg="addSp delSp modSp mod">
        <pc:chgData name="kimihiro ito" userId="64d9ef776e3b414a" providerId="LiveId" clId="{24430D68-2DF7-4B0C-BC1C-2CD25E7EDBB5}" dt="2025-12-15T02:13:21.375" v="6694"/>
        <pc:sldMkLst>
          <pc:docMk/>
          <pc:sldMk cId="3311963507" sldId="276"/>
        </pc:sldMkLst>
        <pc:spChg chg="mod">
          <ac:chgData name="kimihiro ito" userId="64d9ef776e3b414a" providerId="LiveId" clId="{24430D68-2DF7-4B0C-BC1C-2CD25E7EDBB5}" dt="2025-12-03T08:14:50.890" v="4570" actId="20577"/>
          <ac:spMkLst>
            <pc:docMk/>
            <pc:sldMk cId="3311963507" sldId="276"/>
            <ac:spMk id="2" creationId="{00000000-0000-0000-0000-000000000000}"/>
          </ac:spMkLst>
        </pc:spChg>
        <pc:spChg chg="mod">
          <ac:chgData name="kimihiro ito" userId="64d9ef776e3b414a" providerId="LiveId" clId="{24430D68-2DF7-4B0C-BC1C-2CD25E7EDBB5}" dt="2025-12-15T02:13:21.375" v="6694"/>
          <ac:spMkLst>
            <pc:docMk/>
            <pc:sldMk cId="3311963507" sldId="276"/>
            <ac:spMk id="3" creationId="{00000000-0000-0000-0000-000000000000}"/>
          </ac:spMkLst>
        </pc:spChg>
        <pc:spChg chg="add mod">
          <ac:chgData name="kimihiro ito" userId="64d9ef776e3b414a" providerId="LiveId" clId="{24430D68-2DF7-4B0C-BC1C-2CD25E7EDBB5}" dt="2025-12-15T02:08:27.890" v="6500" actId="14100"/>
          <ac:spMkLst>
            <pc:docMk/>
            <pc:sldMk cId="3311963507" sldId="276"/>
            <ac:spMk id="4" creationId="{C42C0972-1FBD-028C-C9D0-EA3C21E58A81}"/>
          </ac:spMkLst>
        </pc:spChg>
        <pc:spChg chg="mod ord">
          <ac:chgData name="kimihiro ito" userId="64d9ef776e3b414a" providerId="LiveId" clId="{24430D68-2DF7-4B0C-BC1C-2CD25E7EDBB5}" dt="2025-12-03T07:10:24.689" v="2297" actId="14100"/>
          <ac:spMkLst>
            <pc:docMk/>
            <pc:sldMk cId="3311963507" sldId="276"/>
            <ac:spMk id="7" creationId="{00000000-0000-0000-0000-000000000000}"/>
          </ac:spMkLst>
        </pc:spChg>
        <pc:spChg chg="add mod">
          <ac:chgData name="kimihiro ito" userId="64d9ef776e3b414a" providerId="LiveId" clId="{24430D68-2DF7-4B0C-BC1C-2CD25E7EDBB5}" dt="2025-12-03T07:10:43.085" v="2306" actId="14100"/>
          <ac:spMkLst>
            <pc:docMk/>
            <pc:sldMk cId="3311963507" sldId="276"/>
            <ac:spMk id="15" creationId="{6E7E75EA-031D-3AE8-3AEC-91C09D9BF55B}"/>
          </ac:spMkLst>
        </pc:spChg>
        <pc:picChg chg="add mod">
          <ac:chgData name="kimihiro ito" userId="64d9ef776e3b414a" providerId="LiveId" clId="{24430D68-2DF7-4B0C-BC1C-2CD25E7EDBB5}" dt="2025-12-03T07:10:30.013" v="2300" actId="1076"/>
          <ac:picMkLst>
            <pc:docMk/>
            <pc:sldMk cId="3311963507" sldId="276"/>
            <ac:picMk id="12" creationId="{BCA0BFD6-2EEA-D0E4-3F32-691777A03064}"/>
          </ac:picMkLst>
        </pc:picChg>
        <pc:picChg chg="add mod">
          <ac:chgData name="kimihiro ito" userId="64d9ef776e3b414a" providerId="LiveId" clId="{24430D68-2DF7-4B0C-BC1C-2CD25E7EDBB5}" dt="2025-12-03T07:10:04.511" v="2281" actId="1076"/>
          <ac:picMkLst>
            <pc:docMk/>
            <pc:sldMk cId="3311963507" sldId="276"/>
            <ac:picMk id="14" creationId="{EDB75D58-1B32-8DF9-64EB-14377F20C492}"/>
          </ac:picMkLst>
        </pc:picChg>
      </pc:sldChg>
      <pc:sldChg chg="addSp delSp modSp mod">
        <pc:chgData name="kimihiro ito" userId="64d9ef776e3b414a" providerId="LiveId" clId="{24430D68-2DF7-4B0C-BC1C-2CD25E7EDBB5}" dt="2025-12-03T08:09:00.861" v="4480" actId="20577"/>
        <pc:sldMkLst>
          <pc:docMk/>
          <pc:sldMk cId="4269818024" sldId="280"/>
        </pc:sldMkLst>
        <pc:spChg chg="mod">
          <ac:chgData name="kimihiro ito" userId="64d9ef776e3b414a" providerId="LiveId" clId="{24430D68-2DF7-4B0C-BC1C-2CD25E7EDBB5}" dt="2025-12-03T08:08:56.665" v="4479"/>
          <ac:spMkLst>
            <pc:docMk/>
            <pc:sldMk cId="4269818024" sldId="280"/>
            <ac:spMk id="2" creationId="{00000000-0000-0000-0000-000000000000}"/>
          </ac:spMkLst>
        </pc:spChg>
        <pc:spChg chg="mod ord">
          <ac:chgData name="kimihiro ito" userId="64d9ef776e3b414a" providerId="LiveId" clId="{24430D68-2DF7-4B0C-BC1C-2CD25E7EDBB5}" dt="2025-12-03T08:09:00.861" v="4480" actId="20577"/>
          <ac:spMkLst>
            <pc:docMk/>
            <pc:sldMk cId="4269818024" sldId="280"/>
            <ac:spMk id="3" creationId="{00000000-0000-0000-0000-000000000000}"/>
          </ac:spMkLst>
        </pc:spChg>
        <pc:spChg chg="mod">
          <ac:chgData name="kimihiro ito" userId="64d9ef776e3b414a" providerId="LiveId" clId="{24430D68-2DF7-4B0C-BC1C-2CD25E7EDBB5}" dt="2025-12-03T03:10:49.015" v="421" actId="1036"/>
          <ac:spMkLst>
            <pc:docMk/>
            <pc:sldMk cId="4269818024" sldId="280"/>
            <ac:spMk id="7" creationId="{00000000-0000-0000-0000-000000000000}"/>
          </ac:spMkLst>
        </pc:spChg>
        <pc:picChg chg="add mod ord">
          <ac:chgData name="kimihiro ito" userId="64d9ef776e3b414a" providerId="LiveId" clId="{24430D68-2DF7-4B0C-BC1C-2CD25E7EDBB5}" dt="2025-12-03T03:10:49.015" v="421" actId="1036"/>
          <ac:picMkLst>
            <pc:docMk/>
            <pc:sldMk cId="4269818024" sldId="280"/>
            <ac:picMk id="5" creationId="{EB00FAF9-CD11-B53E-C591-1F85B2E3080E}"/>
          </ac:picMkLst>
        </pc:picChg>
      </pc:sldChg>
      <pc:sldChg chg="addSp delSp modSp mod">
        <pc:chgData name="kimihiro ito" userId="64d9ef776e3b414a" providerId="LiveId" clId="{24430D68-2DF7-4B0C-BC1C-2CD25E7EDBB5}" dt="2025-12-15T02:10:52.235" v="6601" actId="14100"/>
        <pc:sldMkLst>
          <pc:docMk/>
          <pc:sldMk cId="4276737812" sldId="283"/>
        </pc:sldMkLst>
        <pc:spChg chg="mod">
          <ac:chgData name="kimihiro ito" userId="64d9ef776e3b414a" providerId="LiveId" clId="{24430D68-2DF7-4B0C-BC1C-2CD25E7EDBB5}" dt="2025-12-03T08:15:49.734" v="4601" actId="20577"/>
          <ac:spMkLst>
            <pc:docMk/>
            <pc:sldMk cId="4276737812" sldId="283"/>
            <ac:spMk id="2" creationId="{00000000-0000-0000-0000-000000000000}"/>
          </ac:spMkLst>
        </pc:spChg>
        <pc:spChg chg="mod">
          <ac:chgData name="kimihiro ito" userId="64d9ef776e3b414a" providerId="LiveId" clId="{24430D68-2DF7-4B0C-BC1C-2CD25E7EDBB5}" dt="2025-12-03T08:16:13.381" v="4617" actId="6549"/>
          <ac:spMkLst>
            <pc:docMk/>
            <pc:sldMk cId="4276737812" sldId="283"/>
            <ac:spMk id="3" creationId="{00000000-0000-0000-0000-000000000000}"/>
          </ac:spMkLst>
        </pc:spChg>
        <pc:spChg chg="add mod">
          <ac:chgData name="kimihiro ito" userId="64d9ef776e3b414a" providerId="LiveId" clId="{24430D68-2DF7-4B0C-BC1C-2CD25E7EDBB5}" dt="2025-12-15T02:10:09.220" v="6598" actId="14100"/>
          <ac:spMkLst>
            <pc:docMk/>
            <pc:sldMk cId="4276737812" sldId="283"/>
            <ac:spMk id="4" creationId="{23DD93A9-3C85-8E80-6444-4039A6B364BD}"/>
          </ac:spMkLst>
        </pc:spChg>
        <pc:spChg chg="add mod">
          <ac:chgData name="kimihiro ito" userId="64d9ef776e3b414a" providerId="LiveId" clId="{24430D68-2DF7-4B0C-BC1C-2CD25E7EDBB5}" dt="2025-12-15T02:10:52.235" v="6601" actId="14100"/>
          <ac:spMkLst>
            <pc:docMk/>
            <pc:sldMk cId="4276737812" sldId="283"/>
            <ac:spMk id="5" creationId="{D05A5119-6DE4-07B8-D4CF-346029861F56}"/>
          </ac:spMkLst>
        </pc:spChg>
        <pc:spChg chg="add mod ord">
          <ac:chgData name="kimihiro ito" userId="64d9ef776e3b414a" providerId="LiveId" clId="{24430D68-2DF7-4B0C-BC1C-2CD25E7EDBB5}" dt="2025-12-03T07:35:36.302" v="3406" actId="1038"/>
          <ac:spMkLst>
            <pc:docMk/>
            <pc:sldMk cId="4276737812" sldId="283"/>
            <ac:spMk id="7" creationId="{FE346F67-B456-6F8A-37DF-27541014C5C6}"/>
          </ac:spMkLst>
        </pc:spChg>
        <pc:spChg chg="add mod">
          <ac:chgData name="kimihiro ito" userId="64d9ef776e3b414a" providerId="LiveId" clId="{24430D68-2DF7-4B0C-BC1C-2CD25E7EDBB5}" dt="2025-12-03T07:38:45.770" v="3754" actId="14100"/>
          <ac:spMkLst>
            <pc:docMk/>
            <pc:sldMk cId="4276737812" sldId="283"/>
            <ac:spMk id="17" creationId="{8C574D81-CFD7-F56B-B9D9-05110019538B}"/>
          </ac:spMkLst>
        </pc:spChg>
        <pc:picChg chg="add mod">
          <ac:chgData name="kimihiro ito" userId="64d9ef776e3b414a" providerId="LiveId" clId="{24430D68-2DF7-4B0C-BC1C-2CD25E7EDBB5}" dt="2025-12-15T02:09:58.313" v="6596" actId="1076"/>
          <ac:picMkLst>
            <pc:docMk/>
            <pc:sldMk cId="4276737812" sldId="283"/>
            <ac:picMk id="14" creationId="{36214531-88E1-65E3-70AF-4BB59B17CC57}"/>
          </ac:picMkLst>
        </pc:picChg>
        <pc:picChg chg="add mod">
          <ac:chgData name="kimihiro ito" userId="64d9ef776e3b414a" providerId="LiveId" clId="{24430D68-2DF7-4B0C-BC1C-2CD25E7EDBB5}" dt="2025-12-03T07:38:30.908" v="3751" actId="14100"/>
          <ac:picMkLst>
            <pc:docMk/>
            <pc:sldMk cId="4276737812" sldId="283"/>
            <ac:picMk id="16" creationId="{4E6056B4-A8B8-87BB-5F61-644FCF78C8C1}"/>
          </ac:picMkLst>
        </pc:picChg>
      </pc:sldChg>
      <pc:sldChg chg="addSp delSp modSp mod">
        <pc:chgData name="kimihiro ito" userId="64d9ef776e3b414a" providerId="LiveId" clId="{24430D68-2DF7-4B0C-BC1C-2CD25E7EDBB5}" dt="2025-12-03T08:15:02.251" v="4572" actId="20577"/>
        <pc:sldMkLst>
          <pc:docMk/>
          <pc:sldMk cId="3572096951" sldId="285"/>
        </pc:sldMkLst>
        <pc:spChg chg="mod">
          <ac:chgData name="kimihiro ito" userId="64d9ef776e3b414a" providerId="LiveId" clId="{24430D68-2DF7-4B0C-BC1C-2CD25E7EDBB5}" dt="2025-12-03T08:10:53.190" v="4555" actId="20577"/>
          <ac:spMkLst>
            <pc:docMk/>
            <pc:sldMk cId="3572096951" sldId="285"/>
            <ac:spMk id="2" creationId="{00000000-0000-0000-0000-000000000000}"/>
          </ac:spMkLst>
        </pc:spChg>
        <pc:spChg chg="mod">
          <ac:chgData name="kimihiro ito" userId="64d9ef776e3b414a" providerId="LiveId" clId="{24430D68-2DF7-4B0C-BC1C-2CD25E7EDBB5}" dt="2025-12-03T08:15:02.251" v="4572" actId="20577"/>
          <ac:spMkLst>
            <pc:docMk/>
            <pc:sldMk cId="3572096951" sldId="285"/>
            <ac:spMk id="3" creationId="{00000000-0000-0000-0000-000000000000}"/>
          </ac:spMkLst>
        </pc:spChg>
        <pc:spChg chg="add mod ord">
          <ac:chgData name="kimihiro ito" userId="64d9ef776e3b414a" providerId="LiveId" clId="{24430D68-2DF7-4B0C-BC1C-2CD25E7EDBB5}" dt="2025-12-03T06:38:22.569" v="1335" actId="14100"/>
          <ac:spMkLst>
            <pc:docMk/>
            <pc:sldMk cId="3572096951" sldId="285"/>
            <ac:spMk id="6" creationId="{55E6C9A6-0D62-BF0F-DDBB-AAB7BA6C20AB}"/>
          </ac:spMkLst>
        </pc:spChg>
        <pc:picChg chg="add mod">
          <ac:chgData name="kimihiro ito" userId="64d9ef776e3b414a" providerId="LiveId" clId="{24430D68-2DF7-4B0C-BC1C-2CD25E7EDBB5}" dt="2025-12-03T06:37:58.128" v="1314" actId="1076"/>
          <ac:picMkLst>
            <pc:docMk/>
            <pc:sldMk cId="3572096951" sldId="285"/>
            <ac:picMk id="7" creationId="{BA3FDEB3-58FB-9BAE-EEB1-AE488FCB3448}"/>
          </ac:picMkLst>
        </pc:picChg>
      </pc:sldChg>
      <pc:sldChg chg="addSp delSp modSp mod">
        <pc:chgData name="kimihiro ito" userId="64d9ef776e3b414a" providerId="LiveId" clId="{24430D68-2DF7-4B0C-BC1C-2CD25E7EDBB5}" dt="2025-12-03T08:26:04.784" v="4963"/>
        <pc:sldMkLst>
          <pc:docMk/>
          <pc:sldMk cId="3094081138" sldId="286"/>
        </pc:sldMkLst>
        <pc:spChg chg="mod">
          <ac:chgData name="kimihiro ito" userId="64d9ef776e3b414a" providerId="LiveId" clId="{24430D68-2DF7-4B0C-BC1C-2CD25E7EDBB5}" dt="2025-12-03T08:22:13.429" v="4831" actId="27636"/>
          <ac:spMkLst>
            <pc:docMk/>
            <pc:sldMk cId="3094081138" sldId="286"/>
            <ac:spMk id="2" creationId="{00000000-0000-0000-0000-000000000000}"/>
          </ac:spMkLst>
        </pc:spChg>
        <pc:spChg chg="mod">
          <ac:chgData name="kimihiro ito" userId="64d9ef776e3b414a" providerId="LiveId" clId="{24430D68-2DF7-4B0C-BC1C-2CD25E7EDBB5}" dt="2025-12-03T08:26:04.784" v="4963"/>
          <ac:spMkLst>
            <pc:docMk/>
            <pc:sldMk cId="3094081138" sldId="286"/>
            <ac:spMk id="3" creationId="{00000000-0000-0000-0000-000000000000}"/>
          </ac:spMkLst>
        </pc:spChg>
        <pc:spChg chg="add mod">
          <ac:chgData name="kimihiro ito" userId="64d9ef776e3b414a" providerId="LiveId" clId="{24430D68-2DF7-4B0C-BC1C-2CD25E7EDBB5}" dt="2025-12-03T08:24:26.655" v="4927" actId="1036"/>
          <ac:spMkLst>
            <pc:docMk/>
            <pc:sldMk cId="3094081138" sldId="286"/>
            <ac:spMk id="6" creationId="{F9B45A3E-6881-A5B2-331D-C2C9FBAA0DC7}"/>
          </ac:spMkLst>
        </pc:spChg>
        <pc:spChg chg="add mod">
          <ac:chgData name="kimihiro ito" userId="64d9ef776e3b414a" providerId="LiveId" clId="{24430D68-2DF7-4B0C-BC1C-2CD25E7EDBB5}" dt="2025-12-03T08:26:00.534" v="4957" actId="14100"/>
          <ac:spMkLst>
            <pc:docMk/>
            <pc:sldMk cId="3094081138" sldId="286"/>
            <ac:spMk id="13" creationId="{89553E12-E3F6-14BF-9211-D86F3EC69DDA}"/>
          </ac:spMkLst>
        </pc:spChg>
        <pc:picChg chg="add mod">
          <ac:chgData name="kimihiro ito" userId="64d9ef776e3b414a" providerId="LiveId" clId="{24430D68-2DF7-4B0C-BC1C-2CD25E7EDBB5}" dt="2025-12-03T08:23:10.851" v="4911" actId="1076"/>
          <ac:picMkLst>
            <pc:docMk/>
            <pc:sldMk cId="3094081138" sldId="286"/>
            <ac:picMk id="5" creationId="{2E2FC05C-2167-1D8B-B222-524200296604}"/>
          </ac:picMkLst>
        </pc:picChg>
        <pc:picChg chg="add mod">
          <ac:chgData name="kimihiro ito" userId="64d9ef776e3b414a" providerId="LiveId" clId="{24430D68-2DF7-4B0C-BC1C-2CD25E7EDBB5}" dt="2025-12-03T08:25:43.869" v="4953" actId="1076"/>
          <ac:picMkLst>
            <pc:docMk/>
            <pc:sldMk cId="3094081138" sldId="286"/>
            <ac:picMk id="8" creationId="{A39C3B57-39E8-EEBF-C4FA-50BEFC591E7C}"/>
          </ac:picMkLst>
        </pc:picChg>
      </pc:sldChg>
      <pc:sldChg chg="addSp delSp modSp mod">
        <pc:chgData name="kimihiro ito" userId="64d9ef776e3b414a" providerId="LiveId" clId="{24430D68-2DF7-4B0C-BC1C-2CD25E7EDBB5}" dt="2025-12-03T09:11:24.336" v="5733"/>
        <pc:sldMkLst>
          <pc:docMk/>
          <pc:sldMk cId="2550878459" sldId="287"/>
        </pc:sldMkLst>
        <pc:spChg chg="mod">
          <ac:chgData name="kimihiro ito" userId="64d9ef776e3b414a" providerId="LiveId" clId="{24430D68-2DF7-4B0C-BC1C-2CD25E7EDBB5}" dt="2025-12-03T08:27:07.164" v="4988" actId="27636"/>
          <ac:spMkLst>
            <pc:docMk/>
            <pc:sldMk cId="2550878459" sldId="287"/>
            <ac:spMk id="2" creationId="{00000000-0000-0000-0000-000000000000}"/>
          </ac:spMkLst>
        </pc:spChg>
        <pc:spChg chg="mod">
          <ac:chgData name="kimihiro ito" userId="64d9ef776e3b414a" providerId="LiveId" clId="{24430D68-2DF7-4B0C-BC1C-2CD25E7EDBB5}" dt="2025-12-03T09:11:24.336" v="5733"/>
          <ac:spMkLst>
            <pc:docMk/>
            <pc:sldMk cId="2550878459" sldId="287"/>
            <ac:spMk id="3" creationId="{00000000-0000-0000-0000-000000000000}"/>
          </ac:spMkLst>
        </pc:spChg>
        <pc:spChg chg="add mod">
          <ac:chgData name="kimihiro ito" userId="64d9ef776e3b414a" providerId="LiveId" clId="{24430D68-2DF7-4B0C-BC1C-2CD25E7EDBB5}" dt="2025-12-03T09:09:28.033" v="5658" actId="14100"/>
          <ac:spMkLst>
            <pc:docMk/>
            <pc:sldMk cId="2550878459" sldId="287"/>
            <ac:spMk id="12" creationId="{37B57B78-C90D-4C5C-0427-D958318E4CD3}"/>
          </ac:spMkLst>
        </pc:spChg>
        <pc:spChg chg="add mod">
          <ac:chgData name="kimihiro ito" userId="64d9ef776e3b414a" providerId="LiveId" clId="{24430D68-2DF7-4B0C-BC1C-2CD25E7EDBB5}" dt="2025-12-03T09:10:40.785" v="5726" actId="14100"/>
          <ac:spMkLst>
            <pc:docMk/>
            <pc:sldMk cId="2550878459" sldId="287"/>
            <ac:spMk id="15" creationId="{EDC40AD6-B79A-7E2A-2C7A-D252D88C7C58}"/>
          </ac:spMkLst>
        </pc:spChg>
        <pc:picChg chg="add mod">
          <ac:chgData name="kimihiro ito" userId="64d9ef776e3b414a" providerId="LiveId" clId="{24430D68-2DF7-4B0C-BC1C-2CD25E7EDBB5}" dt="2025-12-03T09:09:19.565" v="5656" actId="1076"/>
          <ac:picMkLst>
            <pc:docMk/>
            <pc:sldMk cId="2550878459" sldId="287"/>
            <ac:picMk id="11" creationId="{04CCDECA-25C2-7C9E-D2DF-2A5E4243C62B}"/>
          </ac:picMkLst>
        </pc:picChg>
        <pc:picChg chg="add mod">
          <ac:chgData name="kimihiro ito" userId="64d9ef776e3b414a" providerId="LiveId" clId="{24430D68-2DF7-4B0C-BC1C-2CD25E7EDBB5}" dt="2025-12-03T09:10:27.351" v="5723" actId="14100"/>
          <ac:picMkLst>
            <pc:docMk/>
            <pc:sldMk cId="2550878459" sldId="287"/>
            <ac:picMk id="14" creationId="{5686C772-6155-EE61-85F0-7342C6B73204}"/>
          </ac:picMkLst>
        </pc:picChg>
      </pc:sldChg>
      <pc:sldChg chg="del">
        <pc:chgData name="kimihiro ito" userId="64d9ef776e3b414a" providerId="LiveId" clId="{24430D68-2DF7-4B0C-BC1C-2CD25E7EDBB5}" dt="2025-12-17T06:17:10.464" v="8183" actId="47"/>
        <pc:sldMkLst>
          <pc:docMk/>
          <pc:sldMk cId="470597100" sldId="288"/>
        </pc:sldMkLst>
      </pc:sldChg>
      <pc:sldChg chg="del">
        <pc:chgData name="kimihiro ito" userId="64d9ef776e3b414a" providerId="LiveId" clId="{24430D68-2DF7-4B0C-BC1C-2CD25E7EDBB5}" dt="2025-12-17T06:17:12.146" v="8184" actId="47"/>
        <pc:sldMkLst>
          <pc:docMk/>
          <pc:sldMk cId="4188221936" sldId="289"/>
        </pc:sldMkLst>
      </pc:sldChg>
      <pc:sldChg chg="del">
        <pc:chgData name="kimihiro ito" userId="64d9ef776e3b414a" providerId="LiveId" clId="{24430D68-2DF7-4B0C-BC1C-2CD25E7EDBB5}" dt="2025-12-17T06:17:15.345" v="8185" actId="47"/>
        <pc:sldMkLst>
          <pc:docMk/>
          <pc:sldMk cId="3361481858" sldId="290"/>
        </pc:sldMkLst>
      </pc:sldChg>
      <pc:sldChg chg="del">
        <pc:chgData name="kimihiro ito" userId="64d9ef776e3b414a" providerId="LiveId" clId="{24430D68-2DF7-4B0C-BC1C-2CD25E7EDBB5}" dt="2025-12-17T06:17:19.338" v="8187" actId="47"/>
        <pc:sldMkLst>
          <pc:docMk/>
          <pc:sldMk cId="3240842899" sldId="291"/>
        </pc:sldMkLst>
      </pc:sldChg>
      <pc:sldChg chg="del">
        <pc:chgData name="kimihiro ito" userId="64d9ef776e3b414a" providerId="LiveId" clId="{24430D68-2DF7-4B0C-BC1C-2CD25E7EDBB5}" dt="2025-12-17T06:17:24.548" v="8190" actId="47"/>
        <pc:sldMkLst>
          <pc:docMk/>
          <pc:sldMk cId="2816976919" sldId="292"/>
        </pc:sldMkLst>
      </pc:sldChg>
      <pc:sldChg chg="addSp delSp modSp mod">
        <pc:chgData name="kimihiro ito" userId="64d9ef776e3b414a" providerId="LiveId" clId="{24430D68-2DF7-4B0C-BC1C-2CD25E7EDBB5}" dt="2025-12-03T09:05:29.587" v="5441" actId="1076"/>
        <pc:sldMkLst>
          <pc:docMk/>
          <pc:sldMk cId="3240279810" sldId="294"/>
        </pc:sldMkLst>
        <pc:spChg chg="mod">
          <ac:chgData name="kimihiro ito" userId="64d9ef776e3b414a" providerId="LiveId" clId="{24430D68-2DF7-4B0C-BC1C-2CD25E7EDBB5}" dt="2025-12-03T08:17:28.815" v="4642" actId="27636"/>
          <ac:spMkLst>
            <pc:docMk/>
            <pc:sldMk cId="3240279810" sldId="294"/>
            <ac:spMk id="2" creationId="{00000000-0000-0000-0000-000000000000}"/>
          </ac:spMkLst>
        </pc:spChg>
        <pc:spChg chg="mod">
          <ac:chgData name="kimihiro ito" userId="64d9ef776e3b414a" providerId="LiveId" clId="{24430D68-2DF7-4B0C-BC1C-2CD25E7EDBB5}" dt="2025-12-03T09:05:23.544" v="5440" actId="20577"/>
          <ac:spMkLst>
            <pc:docMk/>
            <pc:sldMk cId="3240279810" sldId="294"/>
            <ac:spMk id="3" creationId="{00000000-0000-0000-0000-000000000000}"/>
          </ac:spMkLst>
        </pc:spChg>
        <pc:spChg chg="mod ord">
          <ac:chgData name="kimihiro ito" userId="64d9ef776e3b414a" providerId="LiveId" clId="{24430D68-2DF7-4B0C-BC1C-2CD25E7EDBB5}" dt="2025-12-03T09:05:29.587" v="5441" actId="1076"/>
          <ac:spMkLst>
            <pc:docMk/>
            <pc:sldMk cId="3240279810" sldId="294"/>
            <ac:spMk id="6" creationId="{00000000-0000-0000-0000-000000000000}"/>
          </ac:spMkLst>
        </pc:spChg>
        <pc:picChg chg="add mod">
          <ac:chgData name="kimihiro ito" userId="64d9ef776e3b414a" providerId="LiveId" clId="{24430D68-2DF7-4B0C-BC1C-2CD25E7EDBB5}" dt="2025-12-03T09:05:29.587" v="5441" actId="1076"/>
          <ac:picMkLst>
            <pc:docMk/>
            <pc:sldMk cId="3240279810" sldId="294"/>
            <ac:picMk id="7" creationId="{5C39E997-AD28-F13F-C7A4-BF55BC299124}"/>
          </ac:picMkLst>
        </pc:picChg>
      </pc:sldChg>
      <pc:sldChg chg="addSp delSp modSp mod ord">
        <pc:chgData name="kimihiro ito" userId="64d9ef776e3b414a" providerId="LiveId" clId="{24430D68-2DF7-4B0C-BC1C-2CD25E7EDBB5}" dt="2025-12-03T09:05:48.347" v="5451"/>
        <pc:sldMkLst>
          <pc:docMk/>
          <pc:sldMk cId="842084063" sldId="295"/>
        </pc:sldMkLst>
        <pc:spChg chg="mod">
          <ac:chgData name="kimihiro ito" userId="64d9ef776e3b414a" providerId="LiveId" clId="{24430D68-2DF7-4B0C-BC1C-2CD25E7EDBB5}" dt="2025-12-03T08:29:22.737" v="5103" actId="27636"/>
          <ac:spMkLst>
            <pc:docMk/>
            <pc:sldMk cId="842084063" sldId="295"/>
            <ac:spMk id="2" creationId="{00000000-0000-0000-0000-000000000000}"/>
          </ac:spMkLst>
        </pc:spChg>
        <pc:spChg chg="mod">
          <ac:chgData name="kimihiro ito" userId="64d9ef776e3b414a" providerId="LiveId" clId="{24430D68-2DF7-4B0C-BC1C-2CD25E7EDBB5}" dt="2025-12-03T09:05:48.347" v="5451"/>
          <ac:spMkLst>
            <pc:docMk/>
            <pc:sldMk cId="842084063" sldId="295"/>
            <ac:spMk id="3" creationId="{00000000-0000-0000-0000-000000000000}"/>
          </ac:spMkLst>
        </pc:spChg>
        <pc:spChg chg="add mod">
          <ac:chgData name="kimihiro ito" userId="64d9ef776e3b414a" providerId="LiveId" clId="{24430D68-2DF7-4B0C-BC1C-2CD25E7EDBB5}" dt="2025-12-03T08:36:37.595" v="5428" actId="14100"/>
          <ac:spMkLst>
            <pc:docMk/>
            <pc:sldMk cId="842084063" sldId="295"/>
            <ac:spMk id="7" creationId="{352088F7-2569-3C23-F07C-DEB73353DA73}"/>
          </ac:spMkLst>
        </pc:spChg>
        <pc:spChg chg="add mod">
          <ac:chgData name="kimihiro ito" userId="64d9ef776e3b414a" providerId="LiveId" clId="{24430D68-2DF7-4B0C-BC1C-2CD25E7EDBB5}" dt="2025-12-03T08:36:54.193" v="5439" actId="14100"/>
          <ac:spMkLst>
            <pc:docMk/>
            <pc:sldMk cId="842084063" sldId="295"/>
            <ac:spMk id="13" creationId="{9004FE79-94D1-2D5D-0EF7-BE9CC3A69C16}"/>
          </ac:spMkLst>
        </pc:spChg>
        <pc:picChg chg="add mod">
          <ac:chgData name="kimihiro ito" userId="64d9ef776e3b414a" providerId="LiveId" clId="{24430D68-2DF7-4B0C-BC1C-2CD25E7EDBB5}" dt="2025-12-03T08:36:32.016" v="5426" actId="1076"/>
          <ac:picMkLst>
            <pc:docMk/>
            <pc:sldMk cId="842084063" sldId="295"/>
            <ac:picMk id="6" creationId="{B64CFAAE-8002-4C4F-FBF0-9AF7AA3FAB3F}"/>
          </ac:picMkLst>
        </pc:picChg>
        <pc:picChg chg="add mod">
          <ac:chgData name="kimihiro ito" userId="64d9ef776e3b414a" providerId="LiveId" clId="{24430D68-2DF7-4B0C-BC1C-2CD25E7EDBB5}" dt="2025-12-03T08:36:22.182" v="5423" actId="1076"/>
          <ac:picMkLst>
            <pc:docMk/>
            <pc:sldMk cId="842084063" sldId="295"/>
            <ac:picMk id="12" creationId="{5A7EB94D-269B-B5E2-C445-13A7113B7480}"/>
          </ac:picMkLst>
        </pc:picChg>
      </pc:sldChg>
      <pc:sldChg chg="del">
        <pc:chgData name="kimihiro ito" userId="64d9ef776e3b414a" providerId="LiveId" clId="{24430D68-2DF7-4B0C-BC1C-2CD25E7EDBB5}" dt="2025-12-17T06:17:16.738" v="8186" actId="47"/>
        <pc:sldMkLst>
          <pc:docMk/>
          <pc:sldMk cId="816667403" sldId="296"/>
        </pc:sldMkLst>
      </pc:sldChg>
      <pc:sldChg chg="del">
        <pc:chgData name="kimihiro ito" userId="64d9ef776e3b414a" providerId="LiveId" clId="{24430D68-2DF7-4B0C-BC1C-2CD25E7EDBB5}" dt="2025-12-17T06:17:20.574" v="8188" actId="47"/>
        <pc:sldMkLst>
          <pc:docMk/>
          <pc:sldMk cId="2170890776" sldId="297"/>
        </pc:sldMkLst>
      </pc:sldChg>
      <pc:sldChg chg="del">
        <pc:chgData name="kimihiro ito" userId="64d9ef776e3b414a" providerId="LiveId" clId="{24430D68-2DF7-4B0C-BC1C-2CD25E7EDBB5}" dt="2025-12-17T06:17:23.458" v="8189" actId="47"/>
        <pc:sldMkLst>
          <pc:docMk/>
          <pc:sldMk cId="3926934131" sldId="298"/>
        </pc:sldMkLst>
      </pc:sldChg>
      <pc:sldChg chg="del">
        <pc:chgData name="kimihiro ito" userId="64d9ef776e3b414a" providerId="LiveId" clId="{24430D68-2DF7-4B0C-BC1C-2CD25E7EDBB5}" dt="2025-12-17T06:17:25.710" v="8191" actId="47"/>
        <pc:sldMkLst>
          <pc:docMk/>
          <pc:sldMk cId="2703207764" sldId="299"/>
        </pc:sldMkLst>
      </pc:sldChg>
      <pc:sldChg chg="del">
        <pc:chgData name="kimihiro ito" userId="64d9ef776e3b414a" providerId="LiveId" clId="{24430D68-2DF7-4B0C-BC1C-2CD25E7EDBB5}" dt="2025-12-17T06:17:29.583" v="8192" actId="47"/>
        <pc:sldMkLst>
          <pc:docMk/>
          <pc:sldMk cId="3138653708" sldId="300"/>
        </pc:sldMkLst>
      </pc:sldChg>
      <pc:sldChg chg="del">
        <pc:chgData name="kimihiro ito" userId="64d9ef776e3b414a" providerId="LiveId" clId="{24430D68-2DF7-4B0C-BC1C-2CD25E7EDBB5}" dt="2025-12-17T06:17:31.058" v="8193" actId="47"/>
        <pc:sldMkLst>
          <pc:docMk/>
          <pc:sldMk cId="4168301218" sldId="301"/>
        </pc:sldMkLst>
      </pc:sldChg>
      <pc:sldChg chg="del">
        <pc:chgData name="kimihiro ito" userId="64d9ef776e3b414a" providerId="LiveId" clId="{24430D68-2DF7-4B0C-BC1C-2CD25E7EDBB5}" dt="2025-12-17T06:17:32.495" v="8194" actId="47"/>
        <pc:sldMkLst>
          <pc:docMk/>
          <pc:sldMk cId="2189536591" sldId="302"/>
        </pc:sldMkLst>
      </pc:sldChg>
      <pc:sldChg chg="del">
        <pc:chgData name="kimihiro ito" userId="64d9ef776e3b414a" providerId="LiveId" clId="{24430D68-2DF7-4B0C-BC1C-2CD25E7EDBB5}" dt="2025-12-17T06:17:58.780" v="8195" actId="47"/>
        <pc:sldMkLst>
          <pc:docMk/>
          <pc:sldMk cId="2726488849" sldId="303"/>
        </pc:sldMkLst>
      </pc:sldChg>
      <pc:sldChg chg="del">
        <pc:chgData name="kimihiro ito" userId="64d9ef776e3b414a" providerId="LiveId" clId="{24430D68-2DF7-4B0C-BC1C-2CD25E7EDBB5}" dt="2025-12-17T06:18:04.073" v="8196" actId="47"/>
        <pc:sldMkLst>
          <pc:docMk/>
          <pc:sldMk cId="864101853" sldId="306"/>
        </pc:sldMkLst>
      </pc:sldChg>
      <pc:sldChg chg="add del">
        <pc:chgData name="kimihiro ito" userId="64d9ef776e3b414a" providerId="LiveId" clId="{24430D68-2DF7-4B0C-BC1C-2CD25E7EDBB5}" dt="2025-12-17T06:18:27.243" v="8199" actId="47"/>
        <pc:sldMkLst>
          <pc:docMk/>
          <pc:sldMk cId="4055094832" sldId="307"/>
        </pc:sldMkLst>
      </pc:sldChg>
      <pc:sldChg chg="addSp delSp modSp mod ord">
        <pc:chgData name="kimihiro ito" userId="64d9ef776e3b414a" providerId="LiveId" clId="{24430D68-2DF7-4B0C-BC1C-2CD25E7EDBB5}" dt="2025-12-17T08:16:41.294" v="10424" actId="1076"/>
        <pc:sldMkLst>
          <pc:docMk/>
          <pc:sldMk cId="490280339" sldId="308"/>
        </pc:sldMkLst>
        <pc:spChg chg="mod">
          <ac:chgData name="kimihiro ito" userId="64d9ef776e3b414a" providerId="LiveId" clId="{24430D68-2DF7-4B0C-BC1C-2CD25E7EDBB5}" dt="2025-12-17T07:49:49.554" v="10205"/>
          <ac:spMkLst>
            <pc:docMk/>
            <pc:sldMk cId="490280339" sldId="308"/>
            <ac:spMk id="3" creationId="{4D63B5BC-DE93-1315-3910-A4A623C01773}"/>
          </ac:spMkLst>
        </pc:spChg>
        <pc:spChg chg="mod">
          <ac:chgData name="kimihiro ito" userId="64d9ef776e3b414a" providerId="LiveId" clId="{24430D68-2DF7-4B0C-BC1C-2CD25E7EDBB5}" dt="2025-12-17T07:47:42.828" v="10052" actId="1036"/>
          <ac:spMkLst>
            <pc:docMk/>
            <pc:sldMk cId="490280339" sldId="308"/>
            <ac:spMk id="8" creationId="{B78CD452-F0C7-871F-7513-5746A3AEA79C}"/>
          </ac:spMkLst>
        </pc:spChg>
        <pc:spChg chg="mod">
          <ac:chgData name="kimihiro ito" userId="64d9ef776e3b414a" providerId="LiveId" clId="{24430D68-2DF7-4B0C-BC1C-2CD25E7EDBB5}" dt="2025-12-17T07:47:42.828" v="10052" actId="1036"/>
          <ac:spMkLst>
            <pc:docMk/>
            <pc:sldMk cId="490280339" sldId="308"/>
            <ac:spMk id="9" creationId="{2ADDEE8A-7A98-72BC-F8C9-8F1565D48B05}"/>
          </ac:spMkLst>
        </pc:spChg>
        <pc:spChg chg="del">
          <ac:chgData name="kimihiro ito" userId="64d9ef776e3b414a" providerId="LiveId" clId="{24430D68-2DF7-4B0C-BC1C-2CD25E7EDBB5}" dt="2025-12-17T07:30:25.466" v="9677" actId="478"/>
          <ac:spMkLst>
            <pc:docMk/>
            <pc:sldMk cId="490280339" sldId="308"/>
            <ac:spMk id="12" creationId="{D88E9B8C-A9A4-8332-8047-CED283EB6F0B}"/>
          </ac:spMkLst>
        </pc:spChg>
        <pc:picChg chg="add mod">
          <ac:chgData name="kimihiro ito" userId="64d9ef776e3b414a" providerId="LiveId" clId="{24430D68-2DF7-4B0C-BC1C-2CD25E7EDBB5}" dt="2025-12-17T08:16:41.294" v="10424" actId="1076"/>
          <ac:picMkLst>
            <pc:docMk/>
            <pc:sldMk cId="490280339" sldId="308"/>
            <ac:picMk id="5" creationId="{A8F93A24-F00B-BDA7-87A0-BD0E5C34E122}"/>
          </ac:picMkLst>
        </pc:picChg>
        <pc:picChg chg="mod">
          <ac:chgData name="kimihiro ito" userId="64d9ef776e3b414a" providerId="LiveId" clId="{24430D68-2DF7-4B0C-BC1C-2CD25E7EDBB5}" dt="2025-12-17T07:47:42.828" v="10052" actId="1036"/>
          <ac:picMkLst>
            <pc:docMk/>
            <pc:sldMk cId="490280339" sldId="308"/>
            <ac:picMk id="7" creationId="{F5D58D7E-A94B-559A-3571-015057563250}"/>
          </ac:picMkLst>
        </pc:picChg>
        <pc:picChg chg="del">
          <ac:chgData name="kimihiro ito" userId="64d9ef776e3b414a" providerId="LiveId" clId="{24430D68-2DF7-4B0C-BC1C-2CD25E7EDBB5}" dt="2025-12-17T07:30:22.048" v="9676" actId="478"/>
          <ac:picMkLst>
            <pc:docMk/>
            <pc:sldMk cId="490280339" sldId="308"/>
            <ac:picMk id="11" creationId="{B2DC1075-BCC6-614F-6079-EE5FB64C3909}"/>
          </ac:picMkLst>
        </pc:picChg>
        <pc:picChg chg="del mod">
          <ac:chgData name="kimihiro ito" userId="64d9ef776e3b414a" providerId="LiveId" clId="{24430D68-2DF7-4B0C-BC1C-2CD25E7EDBB5}" dt="2025-12-17T08:16:33.009" v="10421" actId="478"/>
          <ac:picMkLst>
            <pc:docMk/>
            <pc:sldMk cId="490280339" sldId="308"/>
            <ac:picMk id="14" creationId="{CF01571D-2CF4-B456-64D5-9FE7951109D6}"/>
          </ac:picMkLst>
        </pc:picChg>
        <pc:picChg chg="mod">
          <ac:chgData name="kimihiro ito" userId="64d9ef776e3b414a" providerId="LiveId" clId="{24430D68-2DF7-4B0C-BC1C-2CD25E7EDBB5}" dt="2025-12-17T07:49:10.915" v="10157" actId="14100"/>
          <ac:picMkLst>
            <pc:docMk/>
            <pc:sldMk cId="490280339" sldId="308"/>
            <ac:picMk id="16" creationId="{2909E0D5-38DD-6587-2CDF-FC8698EC5E30}"/>
          </ac:picMkLst>
        </pc:picChg>
      </pc:sldChg>
      <pc:sldChg chg="addSp delSp modSp add mod">
        <pc:chgData name="kimihiro ito" userId="64d9ef776e3b414a" providerId="LiveId" clId="{24430D68-2DF7-4B0C-BC1C-2CD25E7EDBB5}" dt="2025-12-03T08:10:33.043" v="4549" actId="20577"/>
        <pc:sldMkLst>
          <pc:docMk/>
          <pc:sldMk cId="1312593322" sldId="309"/>
        </pc:sldMkLst>
        <pc:spChg chg="mod">
          <ac:chgData name="kimihiro ito" userId="64d9ef776e3b414a" providerId="LiveId" clId="{24430D68-2DF7-4B0C-BC1C-2CD25E7EDBB5}" dt="2025-12-03T08:09:11.281" v="4497"/>
          <ac:spMkLst>
            <pc:docMk/>
            <pc:sldMk cId="1312593322" sldId="309"/>
            <ac:spMk id="2" creationId="{19F28FD6-CA19-E3FA-FA9B-828714F42301}"/>
          </ac:spMkLst>
        </pc:spChg>
        <pc:spChg chg="mod ord">
          <ac:chgData name="kimihiro ito" userId="64d9ef776e3b414a" providerId="LiveId" clId="{24430D68-2DF7-4B0C-BC1C-2CD25E7EDBB5}" dt="2025-12-03T08:10:33.043" v="4549" actId="20577"/>
          <ac:spMkLst>
            <pc:docMk/>
            <pc:sldMk cId="1312593322" sldId="309"/>
            <ac:spMk id="3" creationId="{02588E0C-7276-0686-097E-FC1D13837E27}"/>
          </ac:spMkLst>
        </pc:spChg>
        <pc:spChg chg="mod ord">
          <ac:chgData name="kimihiro ito" userId="64d9ef776e3b414a" providerId="LiveId" clId="{24430D68-2DF7-4B0C-BC1C-2CD25E7EDBB5}" dt="2025-12-03T03:15:12.500" v="510" actId="1035"/>
          <ac:spMkLst>
            <pc:docMk/>
            <pc:sldMk cId="1312593322" sldId="309"/>
            <ac:spMk id="7" creationId="{FE66B0DA-A14F-FA88-F592-B04186713F96}"/>
          </ac:spMkLst>
        </pc:spChg>
        <pc:picChg chg="add mod">
          <ac:chgData name="kimihiro ito" userId="64d9ef776e3b414a" providerId="LiveId" clId="{24430D68-2DF7-4B0C-BC1C-2CD25E7EDBB5}" dt="2025-12-03T03:15:12.500" v="510" actId="1035"/>
          <ac:picMkLst>
            <pc:docMk/>
            <pc:sldMk cId="1312593322" sldId="309"/>
            <ac:picMk id="6" creationId="{CD53A802-9E36-2383-6935-A3BB88C8035B}"/>
          </ac:picMkLst>
        </pc:picChg>
      </pc:sldChg>
      <pc:sldChg chg="delSp modSp add mod">
        <pc:chgData name="kimihiro ito" userId="64d9ef776e3b414a" providerId="LiveId" clId="{24430D68-2DF7-4B0C-BC1C-2CD25E7EDBB5}" dt="2025-12-03T08:15:07.388" v="4574" actId="20577"/>
        <pc:sldMkLst>
          <pc:docMk/>
          <pc:sldMk cId="459493162" sldId="310"/>
        </pc:sldMkLst>
        <pc:spChg chg="mod">
          <ac:chgData name="kimihiro ito" userId="64d9ef776e3b414a" providerId="LiveId" clId="{24430D68-2DF7-4B0C-BC1C-2CD25E7EDBB5}" dt="2025-12-03T08:14:14.239" v="4558" actId="20577"/>
          <ac:spMkLst>
            <pc:docMk/>
            <pc:sldMk cId="459493162" sldId="310"/>
            <ac:spMk id="2" creationId="{79ED3E30-2687-AE72-5309-1000BE2D3315}"/>
          </ac:spMkLst>
        </pc:spChg>
        <pc:spChg chg="mod">
          <ac:chgData name="kimihiro ito" userId="64d9ef776e3b414a" providerId="LiveId" clId="{24430D68-2DF7-4B0C-BC1C-2CD25E7EDBB5}" dt="2025-12-03T08:15:07.388" v="4574" actId="20577"/>
          <ac:spMkLst>
            <pc:docMk/>
            <pc:sldMk cId="459493162" sldId="310"/>
            <ac:spMk id="3" creationId="{DA122EC3-D50F-A893-0AE7-61E93BFCA7CE}"/>
          </ac:spMkLst>
        </pc:spChg>
      </pc:sldChg>
      <pc:sldChg chg="addSp delSp modSp add mod setBg">
        <pc:chgData name="kimihiro ito" userId="64d9ef776e3b414a" providerId="LiveId" clId="{24430D68-2DF7-4B0C-BC1C-2CD25E7EDBB5}" dt="2025-12-15T02:13:05.003" v="6684"/>
        <pc:sldMkLst>
          <pc:docMk/>
          <pc:sldMk cId="872613255" sldId="311"/>
        </pc:sldMkLst>
        <pc:spChg chg="mod">
          <ac:chgData name="kimihiro ito" userId="64d9ef776e3b414a" providerId="LiveId" clId="{24430D68-2DF7-4B0C-BC1C-2CD25E7EDBB5}" dt="2025-12-03T08:16:43.936" v="4629" actId="20577"/>
          <ac:spMkLst>
            <pc:docMk/>
            <pc:sldMk cId="872613255" sldId="311"/>
            <ac:spMk id="2" creationId="{AE1E157B-5589-4261-DEC0-F2CE41029EF9}"/>
          </ac:spMkLst>
        </pc:spChg>
        <pc:spChg chg="mod ord">
          <ac:chgData name="kimihiro ito" userId="64d9ef776e3b414a" providerId="LiveId" clId="{24430D68-2DF7-4B0C-BC1C-2CD25E7EDBB5}" dt="2025-12-15T02:13:05.003" v="6684"/>
          <ac:spMkLst>
            <pc:docMk/>
            <pc:sldMk cId="872613255" sldId="311"/>
            <ac:spMk id="3" creationId="{51D9F2E9-6C24-2FFA-9551-1660A87F5E2A}"/>
          </ac:spMkLst>
        </pc:spChg>
        <pc:spChg chg="add mod">
          <ac:chgData name="kimihiro ito" userId="64d9ef776e3b414a" providerId="LiveId" clId="{24430D68-2DF7-4B0C-BC1C-2CD25E7EDBB5}" dt="2025-12-15T02:11:56.187" v="6604" actId="14100"/>
          <ac:spMkLst>
            <pc:docMk/>
            <pc:sldMk cId="872613255" sldId="311"/>
            <ac:spMk id="4" creationId="{4BC4C8AD-D0A2-C7C2-AB89-16C68E21C214}"/>
          </ac:spMkLst>
        </pc:spChg>
        <pc:spChg chg="add mod">
          <ac:chgData name="kimihiro ito" userId="64d9ef776e3b414a" providerId="LiveId" clId="{24430D68-2DF7-4B0C-BC1C-2CD25E7EDBB5}" dt="2025-12-03T07:45:49.246" v="3881" actId="14100"/>
          <ac:spMkLst>
            <pc:docMk/>
            <pc:sldMk cId="872613255" sldId="311"/>
            <ac:spMk id="9" creationId="{E979B65C-4D75-F0C6-4F2E-1084FD5D5E3B}"/>
          </ac:spMkLst>
        </pc:spChg>
        <pc:picChg chg="add mod">
          <ac:chgData name="kimihiro ito" userId="64d9ef776e3b414a" providerId="LiveId" clId="{24430D68-2DF7-4B0C-BC1C-2CD25E7EDBB5}" dt="2025-12-03T07:45:33.880" v="3878" actId="1076"/>
          <ac:picMkLst>
            <pc:docMk/>
            <pc:sldMk cId="872613255" sldId="311"/>
            <ac:picMk id="6" creationId="{8F6BBF35-2A5D-61B6-7BB7-7D84097632E5}"/>
          </ac:picMkLst>
        </pc:picChg>
        <pc:picChg chg="add mod">
          <ac:chgData name="kimihiro ito" userId="64d9ef776e3b414a" providerId="LiveId" clId="{24430D68-2DF7-4B0C-BC1C-2CD25E7EDBB5}" dt="2025-12-03T07:45:27.940" v="3875" actId="1076"/>
          <ac:picMkLst>
            <pc:docMk/>
            <pc:sldMk cId="872613255" sldId="311"/>
            <ac:picMk id="8" creationId="{5987140F-3E39-7F1B-01C6-2216B6CEA4F6}"/>
          </ac:picMkLst>
        </pc:picChg>
        <pc:picChg chg="add mod">
          <ac:chgData name="kimihiro ito" userId="64d9ef776e3b414a" providerId="LiveId" clId="{24430D68-2DF7-4B0C-BC1C-2CD25E7EDBB5}" dt="2025-12-03T07:54:48.089" v="4212" actId="1076"/>
          <ac:picMkLst>
            <pc:docMk/>
            <pc:sldMk cId="872613255" sldId="311"/>
            <ac:picMk id="11" creationId="{7A240F4B-444A-FB6B-2F66-BCE3F9D28FEC}"/>
          </ac:picMkLst>
        </pc:picChg>
      </pc:sldChg>
      <pc:sldChg chg="modSp add mod ord">
        <pc:chgData name="kimihiro ito" userId="64d9ef776e3b414a" providerId="LiveId" clId="{24430D68-2DF7-4B0C-BC1C-2CD25E7EDBB5}" dt="2025-12-03T08:15:39.264" v="4592" actId="20577"/>
        <pc:sldMkLst>
          <pc:docMk/>
          <pc:sldMk cId="200223193" sldId="312"/>
        </pc:sldMkLst>
        <pc:spChg chg="mod">
          <ac:chgData name="kimihiro ito" userId="64d9ef776e3b414a" providerId="LiveId" clId="{24430D68-2DF7-4B0C-BC1C-2CD25E7EDBB5}" dt="2025-12-03T08:15:39.264" v="4592" actId="20577"/>
          <ac:spMkLst>
            <pc:docMk/>
            <pc:sldMk cId="200223193" sldId="312"/>
            <ac:spMk id="2" creationId="{0D0A10E8-9FED-502E-815B-CD2DA56C2572}"/>
          </ac:spMkLst>
        </pc:spChg>
        <pc:spChg chg="mod">
          <ac:chgData name="kimihiro ito" userId="64d9ef776e3b414a" providerId="LiveId" clId="{24430D68-2DF7-4B0C-BC1C-2CD25E7EDBB5}" dt="2025-12-03T08:15:35.820" v="4589" actId="20577"/>
          <ac:spMkLst>
            <pc:docMk/>
            <pc:sldMk cId="200223193" sldId="312"/>
            <ac:spMk id="3" creationId="{682897BB-426A-6F22-9D8C-8C58BACAE650}"/>
          </ac:spMkLst>
        </pc:spChg>
      </pc:sldChg>
      <pc:sldChg chg="addSp delSp modSp add mod">
        <pc:chgData name="kimihiro ito" userId="64d9ef776e3b414a" providerId="LiveId" clId="{24430D68-2DF7-4B0C-BC1C-2CD25E7EDBB5}" dt="2025-12-15T03:25:41.263" v="7172" actId="6549"/>
        <pc:sldMkLst>
          <pc:docMk/>
          <pc:sldMk cId="1543615945" sldId="313"/>
        </pc:sldMkLst>
        <pc:spChg chg="add del mod">
          <ac:chgData name="kimihiro ito" userId="64d9ef776e3b414a" providerId="LiveId" clId="{24430D68-2DF7-4B0C-BC1C-2CD25E7EDBB5}" dt="2025-12-15T03:25:41.263" v="7172" actId="6549"/>
          <ac:spMkLst>
            <pc:docMk/>
            <pc:sldMk cId="1543615945" sldId="313"/>
            <ac:spMk id="3" creationId="{7A01C744-FFB4-6090-D70F-B9D27915517C}"/>
          </ac:spMkLst>
        </pc:spChg>
        <pc:spChg chg="mod ord">
          <ac:chgData name="kimihiro ito" userId="64d9ef776e3b414a" providerId="LiveId" clId="{24430D68-2DF7-4B0C-BC1C-2CD25E7EDBB5}" dt="2025-12-03T09:18:43.998" v="6201" actId="1076"/>
          <ac:spMkLst>
            <pc:docMk/>
            <pc:sldMk cId="1543615945" sldId="313"/>
            <ac:spMk id="12" creationId="{468C723A-7247-10BD-09F6-DAED1C2F1F90}"/>
          </ac:spMkLst>
        </pc:spChg>
        <pc:spChg chg="mod ord">
          <ac:chgData name="kimihiro ito" userId="64d9ef776e3b414a" providerId="LiveId" clId="{24430D68-2DF7-4B0C-BC1C-2CD25E7EDBB5}" dt="2025-12-03T09:19:09.073" v="6216" actId="14100"/>
          <ac:spMkLst>
            <pc:docMk/>
            <pc:sldMk cId="1543615945" sldId="313"/>
            <ac:spMk id="15" creationId="{E6F9A337-1660-B121-58E8-D05C299D070B}"/>
          </ac:spMkLst>
        </pc:spChg>
        <pc:picChg chg="add del mod">
          <ac:chgData name="kimihiro ito" userId="64d9ef776e3b414a" providerId="LiveId" clId="{24430D68-2DF7-4B0C-BC1C-2CD25E7EDBB5}" dt="2025-12-03T09:21:33.183" v="6382" actId="478"/>
          <ac:picMkLst>
            <pc:docMk/>
            <pc:sldMk cId="1543615945" sldId="313"/>
            <ac:picMk id="7" creationId="{D2504D83-6F7B-ED56-CC46-6E7BADCF51AF}"/>
          </ac:picMkLst>
        </pc:picChg>
        <pc:picChg chg="add mod">
          <ac:chgData name="kimihiro ito" userId="64d9ef776e3b414a" providerId="LiveId" clId="{24430D68-2DF7-4B0C-BC1C-2CD25E7EDBB5}" dt="2025-12-03T09:18:34.023" v="6199" actId="1076"/>
          <ac:picMkLst>
            <pc:docMk/>
            <pc:sldMk cId="1543615945" sldId="313"/>
            <ac:picMk id="9" creationId="{7ED76E83-2B91-EDDB-4088-DC3D8460DE74}"/>
          </ac:picMkLst>
        </pc:picChg>
      </pc:sldChg>
      <pc:sldChg chg="addSp delSp modSp add mod">
        <pc:chgData name="kimihiro ito" userId="64d9ef776e3b414a" providerId="LiveId" clId="{24430D68-2DF7-4B0C-BC1C-2CD25E7EDBB5}" dt="2025-12-03T09:25:06.721" v="6480"/>
        <pc:sldMkLst>
          <pc:docMk/>
          <pc:sldMk cId="2643970164" sldId="314"/>
        </pc:sldMkLst>
        <pc:spChg chg="mod">
          <ac:chgData name="kimihiro ito" userId="64d9ef776e3b414a" providerId="LiveId" clId="{24430D68-2DF7-4B0C-BC1C-2CD25E7EDBB5}" dt="2025-12-03T09:25:06.721" v="6480"/>
          <ac:spMkLst>
            <pc:docMk/>
            <pc:sldMk cId="2643970164" sldId="314"/>
            <ac:spMk id="3" creationId="{EC92DF3F-0071-31FD-69E0-6DAC2BB7421E}"/>
          </ac:spMkLst>
        </pc:spChg>
        <pc:spChg chg="mod ord">
          <ac:chgData name="kimihiro ito" userId="64d9ef776e3b414a" providerId="LiveId" clId="{24430D68-2DF7-4B0C-BC1C-2CD25E7EDBB5}" dt="2025-12-03T09:22:16.692" v="6392" actId="14100"/>
          <ac:spMkLst>
            <pc:docMk/>
            <pc:sldMk cId="2643970164" sldId="314"/>
            <ac:spMk id="12" creationId="{17171021-D8EC-A1ED-506F-FA9902FA82CC}"/>
          </ac:spMkLst>
        </pc:spChg>
        <pc:spChg chg="mod ord">
          <ac:chgData name="kimihiro ito" userId="64d9ef776e3b414a" providerId="LiveId" clId="{24430D68-2DF7-4B0C-BC1C-2CD25E7EDBB5}" dt="2025-12-03T09:23:16.951" v="6401" actId="14100"/>
          <ac:spMkLst>
            <pc:docMk/>
            <pc:sldMk cId="2643970164" sldId="314"/>
            <ac:spMk id="15" creationId="{165BE6E9-E96D-3202-05A4-257585E0787A}"/>
          </ac:spMkLst>
        </pc:spChg>
        <pc:picChg chg="add mod">
          <ac:chgData name="kimihiro ito" userId="64d9ef776e3b414a" providerId="LiveId" clId="{24430D68-2DF7-4B0C-BC1C-2CD25E7EDBB5}" dt="2025-12-03T09:22:02.773" v="6388" actId="14100"/>
          <ac:picMkLst>
            <pc:docMk/>
            <pc:sldMk cId="2643970164" sldId="314"/>
            <ac:picMk id="5" creationId="{36EF8318-06B2-25B6-E425-F9661C2643F5}"/>
          </ac:picMkLst>
        </pc:picChg>
        <pc:picChg chg="add mod">
          <ac:chgData name="kimihiro ito" userId="64d9ef776e3b414a" providerId="LiveId" clId="{24430D68-2DF7-4B0C-BC1C-2CD25E7EDBB5}" dt="2025-12-03T09:23:02.667" v="6397" actId="1076"/>
          <ac:picMkLst>
            <pc:docMk/>
            <pc:sldMk cId="2643970164" sldId="314"/>
            <ac:picMk id="8" creationId="{71524434-3243-8D51-6106-0C2D7B15B342}"/>
          </ac:picMkLst>
        </pc:picChg>
      </pc:sldChg>
      <pc:sldChg chg="addSp delSp modSp add mod">
        <pc:chgData name="kimihiro ito" userId="64d9ef776e3b414a" providerId="LiveId" clId="{24430D68-2DF7-4B0C-BC1C-2CD25E7EDBB5}" dt="2025-12-17T05:59:02.527" v="7360" actId="20577"/>
        <pc:sldMkLst>
          <pc:docMk/>
          <pc:sldMk cId="1482987705" sldId="315"/>
        </pc:sldMkLst>
        <pc:spChg chg="mod">
          <ac:chgData name="kimihiro ito" userId="64d9ef776e3b414a" providerId="LiveId" clId="{24430D68-2DF7-4B0C-BC1C-2CD25E7EDBB5}" dt="2025-12-17T05:59:02.527" v="7360" actId="20577"/>
          <ac:spMkLst>
            <pc:docMk/>
            <pc:sldMk cId="1482987705" sldId="315"/>
            <ac:spMk id="3" creationId="{A6160A3C-260E-8983-10B8-C0C0EF05D0FB}"/>
          </ac:spMkLst>
        </pc:spChg>
        <pc:spChg chg="mod">
          <ac:chgData name="kimihiro ito" userId="64d9ef776e3b414a" providerId="LiveId" clId="{24430D68-2DF7-4B0C-BC1C-2CD25E7EDBB5}" dt="2025-12-17T05:54:45.118" v="7349" actId="14100"/>
          <ac:spMkLst>
            <pc:docMk/>
            <pc:sldMk cId="1482987705" sldId="315"/>
            <ac:spMk id="12" creationId="{D5DF602E-80F9-8F21-6A27-835B0393B790}"/>
          </ac:spMkLst>
        </pc:spChg>
        <pc:spChg chg="del">
          <ac:chgData name="kimihiro ito" userId="64d9ef776e3b414a" providerId="LiveId" clId="{24430D68-2DF7-4B0C-BC1C-2CD25E7EDBB5}" dt="2025-12-17T05:28:17.869" v="7255" actId="478"/>
          <ac:spMkLst>
            <pc:docMk/>
            <pc:sldMk cId="1482987705" sldId="315"/>
            <ac:spMk id="15" creationId="{0152A430-040E-3A80-CA46-00B1AED9EB80}"/>
          </ac:spMkLst>
        </pc:spChg>
        <pc:picChg chg="add mod ord">
          <ac:chgData name="kimihiro ito" userId="64d9ef776e3b414a" providerId="LiveId" clId="{24430D68-2DF7-4B0C-BC1C-2CD25E7EDBB5}" dt="2025-12-15T02:20:16.505" v="6753" actId="1076"/>
          <ac:picMkLst>
            <pc:docMk/>
            <pc:sldMk cId="1482987705" sldId="315"/>
            <ac:picMk id="5" creationId="{C1EB1696-0E03-47CA-46C1-EF3DE977B67B}"/>
          </ac:picMkLst>
        </pc:picChg>
      </pc:sldChg>
      <pc:sldChg chg="addSp delSp modSp add mod">
        <pc:chgData name="kimihiro ito" userId="64d9ef776e3b414a" providerId="LiveId" clId="{24430D68-2DF7-4B0C-BC1C-2CD25E7EDBB5}" dt="2025-12-17T06:10:03.041" v="7735" actId="20577"/>
        <pc:sldMkLst>
          <pc:docMk/>
          <pc:sldMk cId="4292984912" sldId="316"/>
        </pc:sldMkLst>
        <pc:spChg chg="mod">
          <ac:chgData name="kimihiro ito" userId="64d9ef776e3b414a" providerId="LiveId" clId="{24430D68-2DF7-4B0C-BC1C-2CD25E7EDBB5}" dt="2025-12-17T06:10:03.041" v="7735" actId="20577"/>
          <ac:spMkLst>
            <pc:docMk/>
            <pc:sldMk cId="4292984912" sldId="316"/>
            <ac:spMk id="3" creationId="{6F25CF10-7316-19A4-66A6-1260ED261296}"/>
          </ac:spMkLst>
        </pc:spChg>
        <pc:spChg chg="add mod">
          <ac:chgData name="kimihiro ito" userId="64d9ef776e3b414a" providerId="LiveId" clId="{24430D68-2DF7-4B0C-BC1C-2CD25E7EDBB5}" dt="2025-12-17T06:09:56.299" v="7733" actId="14100"/>
          <ac:spMkLst>
            <pc:docMk/>
            <pc:sldMk cId="4292984912" sldId="316"/>
            <ac:spMk id="9" creationId="{6F736E59-012E-13FC-35DC-B727BE31CA3E}"/>
          </ac:spMkLst>
        </pc:spChg>
        <pc:spChg chg="mod ord">
          <ac:chgData name="kimihiro ito" userId="64d9ef776e3b414a" providerId="LiveId" clId="{24430D68-2DF7-4B0C-BC1C-2CD25E7EDBB5}" dt="2025-12-17T06:08:16.030" v="7572" actId="1035"/>
          <ac:spMkLst>
            <pc:docMk/>
            <pc:sldMk cId="4292984912" sldId="316"/>
            <ac:spMk id="12" creationId="{700A8DEE-3115-E459-F8B0-84EEAF2A8908}"/>
          </ac:spMkLst>
        </pc:spChg>
        <pc:picChg chg="del">
          <ac:chgData name="kimihiro ito" userId="64d9ef776e3b414a" providerId="LiveId" clId="{24430D68-2DF7-4B0C-BC1C-2CD25E7EDBB5}" dt="2025-12-17T05:59:56.451" v="7363" actId="478"/>
          <ac:picMkLst>
            <pc:docMk/>
            <pc:sldMk cId="4292984912" sldId="316"/>
            <ac:picMk id="5" creationId="{8A69F6E8-08D4-FBD1-6E24-BD5393921FDA}"/>
          </ac:picMkLst>
        </pc:picChg>
        <pc:picChg chg="add mod">
          <ac:chgData name="kimihiro ito" userId="64d9ef776e3b414a" providerId="LiveId" clId="{24430D68-2DF7-4B0C-BC1C-2CD25E7EDBB5}" dt="2025-12-17T06:08:16.030" v="7572" actId="1035"/>
          <ac:picMkLst>
            <pc:docMk/>
            <pc:sldMk cId="4292984912" sldId="316"/>
            <ac:picMk id="6" creationId="{877CB882-28D2-E954-C743-45BA147E24A4}"/>
          </ac:picMkLst>
        </pc:picChg>
        <pc:picChg chg="add mod">
          <ac:chgData name="kimihiro ito" userId="64d9ef776e3b414a" providerId="LiveId" clId="{24430D68-2DF7-4B0C-BC1C-2CD25E7EDBB5}" dt="2025-12-17T06:09:28.048" v="7725" actId="1035"/>
          <ac:picMkLst>
            <pc:docMk/>
            <pc:sldMk cId="4292984912" sldId="316"/>
            <ac:picMk id="8" creationId="{7CA2841B-DF9D-00D2-C08E-71706F4D8DEF}"/>
          </ac:picMkLst>
        </pc:picChg>
      </pc:sldChg>
      <pc:sldChg chg="addSp modSp add mod">
        <pc:chgData name="kimihiro ito" userId="64d9ef776e3b414a" providerId="LiveId" clId="{24430D68-2DF7-4B0C-BC1C-2CD25E7EDBB5}" dt="2025-12-17T06:16:59.614" v="8182" actId="1036"/>
        <pc:sldMkLst>
          <pc:docMk/>
          <pc:sldMk cId="2964669219" sldId="317"/>
        </pc:sldMkLst>
        <pc:spChg chg="mod">
          <ac:chgData name="kimihiro ito" userId="64d9ef776e3b414a" providerId="LiveId" clId="{24430D68-2DF7-4B0C-BC1C-2CD25E7EDBB5}" dt="2025-12-17T06:16:51.849" v="8165" actId="20577"/>
          <ac:spMkLst>
            <pc:docMk/>
            <pc:sldMk cId="2964669219" sldId="317"/>
            <ac:spMk id="3" creationId="{1DD1054E-D17A-684C-631E-E23CBCA215C7}"/>
          </ac:spMkLst>
        </pc:spChg>
        <pc:spChg chg="mod ord">
          <ac:chgData name="kimihiro ito" userId="64d9ef776e3b414a" providerId="LiveId" clId="{24430D68-2DF7-4B0C-BC1C-2CD25E7EDBB5}" dt="2025-12-17T06:16:59.614" v="8182" actId="1036"/>
          <ac:spMkLst>
            <pc:docMk/>
            <pc:sldMk cId="2964669219" sldId="317"/>
            <ac:spMk id="12" creationId="{0C155E52-AFAB-D921-38B5-195E3781CD2A}"/>
          </ac:spMkLst>
        </pc:spChg>
        <pc:picChg chg="add mod">
          <ac:chgData name="kimihiro ito" userId="64d9ef776e3b414a" providerId="LiveId" clId="{24430D68-2DF7-4B0C-BC1C-2CD25E7EDBB5}" dt="2025-12-17T06:16:59.614" v="8182" actId="1036"/>
          <ac:picMkLst>
            <pc:docMk/>
            <pc:sldMk cId="2964669219" sldId="317"/>
            <ac:picMk id="5" creationId="{F8520D11-4A2C-9402-B88A-86EAB8A5B8B6}"/>
          </ac:picMkLst>
        </pc:picChg>
      </pc:sldChg>
      <pc:sldChg chg="addSp modSp add mod ord">
        <pc:chgData name="kimihiro ito" userId="64d9ef776e3b414a" providerId="LiveId" clId="{24430D68-2DF7-4B0C-BC1C-2CD25E7EDBB5}" dt="2025-12-17T06:14:08.476" v="7892" actId="20577"/>
        <pc:sldMkLst>
          <pc:docMk/>
          <pc:sldMk cId="3552584171" sldId="318"/>
        </pc:sldMkLst>
        <pc:spChg chg="mod">
          <ac:chgData name="kimihiro ito" userId="64d9ef776e3b414a" providerId="LiveId" clId="{24430D68-2DF7-4B0C-BC1C-2CD25E7EDBB5}" dt="2025-12-17T06:14:08.476" v="7892" actId="20577"/>
          <ac:spMkLst>
            <pc:docMk/>
            <pc:sldMk cId="3552584171" sldId="318"/>
            <ac:spMk id="3" creationId="{51F5CDD7-1D55-71F0-C32C-381ACA256C1F}"/>
          </ac:spMkLst>
        </pc:spChg>
        <pc:spChg chg="mod ord">
          <ac:chgData name="kimihiro ito" userId="64d9ef776e3b414a" providerId="LiveId" clId="{24430D68-2DF7-4B0C-BC1C-2CD25E7EDBB5}" dt="2025-12-17T06:12:32.157" v="7805" actId="1037"/>
          <ac:spMkLst>
            <pc:docMk/>
            <pc:sldMk cId="3552584171" sldId="318"/>
            <ac:spMk id="12" creationId="{04458E35-DD5D-D6FA-5D1B-15E56207FDA2}"/>
          </ac:spMkLst>
        </pc:spChg>
        <pc:picChg chg="add mod">
          <ac:chgData name="kimihiro ito" userId="64d9ef776e3b414a" providerId="LiveId" clId="{24430D68-2DF7-4B0C-BC1C-2CD25E7EDBB5}" dt="2025-12-17T06:11:28.220" v="7740" actId="1076"/>
          <ac:picMkLst>
            <pc:docMk/>
            <pc:sldMk cId="3552584171" sldId="318"/>
            <ac:picMk id="5" creationId="{E5CF42C2-E446-6670-13E1-6C53A039EAF6}"/>
          </ac:picMkLst>
        </pc:picChg>
      </pc:sldChg>
      <pc:sldChg chg="addSp delSp modSp add mod">
        <pc:chgData name="kimihiro ito" userId="64d9ef776e3b414a" providerId="LiveId" clId="{24430D68-2DF7-4B0C-BC1C-2CD25E7EDBB5}" dt="2025-12-17T06:23:10.504" v="8516"/>
        <pc:sldMkLst>
          <pc:docMk/>
          <pc:sldMk cId="2022951607" sldId="319"/>
        </pc:sldMkLst>
        <pc:spChg chg="mod">
          <ac:chgData name="kimihiro ito" userId="64d9ef776e3b414a" providerId="LiveId" clId="{24430D68-2DF7-4B0C-BC1C-2CD25E7EDBB5}" dt="2025-12-17T06:23:10.504" v="8516"/>
          <ac:spMkLst>
            <pc:docMk/>
            <pc:sldMk cId="2022951607" sldId="319"/>
            <ac:spMk id="3" creationId="{37B11D67-DBC4-971E-F779-6E46815B46CE}"/>
          </ac:spMkLst>
        </pc:spChg>
        <pc:spChg chg="mod ord">
          <ac:chgData name="kimihiro ito" userId="64d9ef776e3b414a" providerId="LiveId" clId="{24430D68-2DF7-4B0C-BC1C-2CD25E7EDBB5}" dt="2025-12-17T06:21:20.175" v="8416" actId="14100"/>
          <ac:spMkLst>
            <pc:docMk/>
            <pc:sldMk cId="2022951607" sldId="319"/>
            <ac:spMk id="12" creationId="{7DF2625D-71C9-78B9-C168-86FCC9DAB63B}"/>
          </ac:spMkLst>
        </pc:spChg>
        <pc:picChg chg="add del mod">
          <ac:chgData name="kimihiro ito" userId="64d9ef776e3b414a" providerId="LiveId" clId="{24430D68-2DF7-4B0C-BC1C-2CD25E7EDBB5}" dt="2025-12-17T06:20:01.388" v="8275" actId="478"/>
          <ac:picMkLst>
            <pc:docMk/>
            <pc:sldMk cId="2022951607" sldId="319"/>
            <ac:picMk id="5" creationId="{DDD9E0AA-AAB4-4C84-CABB-0E91B34F17AB}"/>
          </ac:picMkLst>
        </pc:picChg>
        <pc:picChg chg="add mod">
          <ac:chgData name="kimihiro ito" userId="64d9ef776e3b414a" providerId="LiveId" clId="{24430D68-2DF7-4B0C-BC1C-2CD25E7EDBB5}" dt="2025-12-17T06:20:13.942" v="8283" actId="1076"/>
          <ac:picMkLst>
            <pc:docMk/>
            <pc:sldMk cId="2022951607" sldId="319"/>
            <ac:picMk id="7" creationId="{38731C8D-4E68-CC2F-DDC1-428B91636E33}"/>
          </ac:picMkLst>
        </pc:picChg>
      </pc:sldChg>
      <pc:sldChg chg="addSp delSp modSp add mod">
        <pc:chgData name="kimihiro ito" userId="64d9ef776e3b414a" providerId="LiveId" clId="{24430D68-2DF7-4B0C-BC1C-2CD25E7EDBB5}" dt="2025-12-17T06:41:32.079" v="8783"/>
        <pc:sldMkLst>
          <pc:docMk/>
          <pc:sldMk cId="2258303835" sldId="320"/>
        </pc:sldMkLst>
        <pc:spChg chg="mod">
          <ac:chgData name="kimihiro ito" userId="64d9ef776e3b414a" providerId="LiveId" clId="{24430D68-2DF7-4B0C-BC1C-2CD25E7EDBB5}" dt="2025-12-17T06:41:32.079" v="8783"/>
          <ac:spMkLst>
            <pc:docMk/>
            <pc:sldMk cId="2258303835" sldId="320"/>
            <ac:spMk id="3" creationId="{D4B91C0F-1687-AB50-5E29-79E21D906702}"/>
          </ac:spMkLst>
        </pc:spChg>
        <pc:spChg chg="del">
          <ac:chgData name="kimihiro ito" userId="64d9ef776e3b414a" providerId="LiveId" clId="{24430D68-2DF7-4B0C-BC1C-2CD25E7EDBB5}" dt="2025-12-17T06:41:19.709" v="8773" actId="478"/>
          <ac:spMkLst>
            <pc:docMk/>
            <pc:sldMk cId="2258303835" sldId="320"/>
            <ac:spMk id="12" creationId="{5066BD6A-5D85-F9ED-BA74-0115CAD866A6}"/>
          </ac:spMkLst>
        </pc:spChg>
        <pc:picChg chg="add mod">
          <ac:chgData name="kimihiro ito" userId="64d9ef776e3b414a" providerId="LiveId" clId="{24430D68-2DF7-4B0C-BC1C-2CD25E7EDBB5}" dt="2025-12-17T06:26:41.041" v="8767" actId="14100"/>
          <ac:picMkLst>
            <pc:docMk/>
            <pc:sldMk cId="2258303835" sldId="320"/>
            <ac:picMk id="5" creationId="{75D2E3FF-6D89-2AC6-64B7-AE582B561EF2}"/>
          </ac:picMkLst>
        </pc:picChg>
        <pc:picChg chg="add mod">
          <ac:chgData name="kimihiro ito" userId="64d9ef776e3b414a" providerId="LiveId" clId="{24430D68-2DF7-4B0C-BC1C-2CD25E7EDBB5}" dt="2025-12-17T06:41:15.156" v="8772" actId="1076"/>
          <ac:picMkLst>
            <pc:docMk/>
            <pc:sldMk cId="2258303835" sldId="320"/>
            <ac:picMk id="7" creationId="{ACF8E56F-5FB5-5974-FEF0-A0FA63070895}"/>
          </ac:picMkLst>
        </pc:picChg>
      </pc:sldChg>
      <pc:sldChg chg="addSp modSp add mod">
        <pc:chgData name="kimihiro ito" userId="64d9ef776e3b414a" providerId="LiveId" clId="{24430D68-2DF7-4B0C-BC1C-2CD25E7EDBB5}" dt="2025-12-17T06:58:34.780" v="9200"/>
        <pc:sldMkLst>
          <pc:docMk/>
          <pc:sldMk cId="2268282970" sldId="321"/>
        </pc:sldMkLst>
        <pc:spChg chg="mod">
          <ac:chgData name="kimihiro ito" userId="64d9ef776e3b414a" providerId="LiveId" clId="{24430D68-2DF7-4B0C-BC1C-2CD25E7EDBB5}" dt="2025-12-17T06:58:34.780" v="9200"/>
          <ac:spMkLst>
            <pc:docMk/>
            <pc:sldMk cId="2268282970" sldId="321"/>
            <ac:spMk id="3" creationId="{7677253D-40D3-4104-2581-DADE85FB7ACD}"/>
          </ac:spMkLst>
        </pc:spChg>
        <pc:spChg chg="add mod">
          <ac:chgData name="kimihiro ito" userId="64d9ef776e3b414a" providerId="LiveId" clId="{24430D68-2DF7-4B0C-BC1C-2CD25E7EDBB5}" dt="2025-12-17T06:46:20.602" v="9046" actId="14100"/>
          <ac:spMkLst>
            <pc:docMk/>
            <pc:sldMk cId="2268282970" sldId="321"/>
            <ac:spMk id="8" creationId="{D27E8C01-8BBA-BACB-53B3-EDB7C101669F}"/>
          </ac:spMkLst>
        </pc:spChg>
        <pc:spChg chg="mod ord">
          <ac:chgData name="kimihiro ito" userId="64d9ef776e3b414a" providerId="LiveId" clId="{24430D68-2DF7-4B0C-BC1C-2CD25E7EDBB5}" dt="2025-12-17T06:43:59.067" v="8896" actId="14100"/>
          <ac:spMkLst>
            <pc:docMk/>
            <pc:sldMk cId="2268282970" sldId="321"/>
            <ac:spMk id="12" creationId="{7814937F-27BB-CA4E-5213-15E18AF295A1}"/>
          </ac:spMkLst>
        </pc:spChg>
        <pc:picChg chg="add mod">
          <ac:chgData name="kimihiro ito" userId="64d9ef776e3b414a" providerId="LiveId" clId="{24430D68-2DF7-4B0C-BC1C-2CD25E7EDBB5}" dt="2025-12-17T06:42:48.155" v="8797" actId="1076"/>
          <ac:picMkLst>
            <pc:docMk/>
            <pc:sldMk cId="2268282970" sldId="321"/>
            <ac:picMk id="5" creationId="{16598F5F-EF7A-3EFA-43EC-841175038914}"/>
          </ac:picMkLst>
        </pc:picChg>
        <pc:picChg chg="add mod">
          <ac:chgData name="kimihiro ito" userId="64d9ef776e3b414a" providerId="LiveId" clId="{24430D68-2DF7-4B0C-BC1C-2CD25E7EDBB5}" dt="2025-12-17T06:44:18.996" v="8900" actId="1076"/>
          <ac:picMkLst>
            <pc:docMk/>
            <pc:sldMk cId="2268282970" sldId="321"/>
            <ac:picMk id="7" creationId="{1308C2E3-3FE8-1846-12FC-3A92B6E0D338}"/>
          </ac:picMkLst>
        </pc:picChg>
      </pc:sldChg>
      <pc:sldChg chg="addSp delSp modSp add mod ord">
        <pc:chgData name="kimihiro ito" userId="64d9ef776e3b414a" providerId="LiveId" clId="{24430D68-2DF7-4B0C-BC1C-2CD25E7EDBB5}" dt="2025-12-17T08:16:04.227" v="10420" actId="20577"/>
        <pc:sldMkLst>
          <pc:docMk/>
          <pc:sldMk cId="3329443597" sldId="322"/>
        </pc:sldMkLst>
        <pc:spChg chg="mod">
          <ac:chgData name="kimihiro ito" userId="64d9ef776e3b414a" providerId="LiveId" clId="{24430D68-2DF7-4B0C-BC1C-2CD25E7EDBB5}" dt="2025-12-17T08:16:04.227" v="10420" actId="20577"/>
          <ac:spMkLst>
            <pc:docMk/>
            <pc:sldMk cId="3329443597" sldId="322"/>
            <ac:spMk id="3" creationId="{5BC9AAFA-375B-B9B2-3532-B0BC54C479DA}"/>
          </ac:spMkLst>
        </pc:spChg>
        <pc:spChg chg="mod ord">
          <ac:chgData name="kimihiro ito" userId="64d9ef776e3b414a" providerId="LiveId" clId="{24430D68-2DF7-4B0C-BC1C-2CD25E7EDBB5}" dt="2025-12-17T07:01:40.767" v="9343" actId="1076"/>
          <ac:spMkLst>
            <pc:docMk/>
            <pc:sldMk cId="3329443597" sldId="322"/>
            <ac:spMk id="8" creationId="{CFC6EC8A-B011-02FB-65FA-7168BAEB5182}"/>
          </ac:spMkLst>
        </pc:spChg>
        <pc:spChg chg="mod ord">
          <ac:chgData name="kimihiro ito" userId="64d9ef776e3b414a" providerId="LiveId" clId="{24430D68-2DF7-4B0C-BC1C-2CD25E7EDBB5}" dt="2025-12-17T07:04:39.893" v="9550" actId="14100"/>
          <ac:spMkLst>
            <pc:docMk/>
            <pc:sldMk cId="3329443597" sldId="322"/>
            <ac:spMk id="12" creationId="{8F2828D3-A7F4-066A-07A3-EC602143D727}"/>
          </ac:spMkLst>
        </pc:spChg>
        <pc:picChg chg="del">
          <ac:chgData name="kimihiro ito" userId="64d9ef776e3b414a" providerId="LiveId" clId="{24430D68-2DF7-4B0C-BC1C-2CD25E7EDBB5}" dt="2025-12-17T06:46:36.021" v="9049" actId="478"/>
          <ac:picMkLst>
            <pc:docMk/>
            <pc:sldMk cId="3329443597" sldId="322"/>
            <ac:picMk id="5" creationId="{7EF8E462-294B-31C1-4BB2-966906AB389D}"/>
          </ac:picMkLst>
        </pc:picChg>
        <pc:picChg chg="add del mod">
          <ac:chgData name="kimihiro ito" userId="64d9ef776e3b414a" providerId="LiveId" clId="{24430D68-2DF7-4B0C-BC1C-2CD25E7EDBB5}" dt="2025-12-17T07:02:55.406" v="9482" actId="478"/>
          <ac:picMkLst>
            <pc:docMk/>
            <pc:sldMk cId="3329443597" sldId="322"/>
            <ac:picMk id="6" creationId="{D3DBFBB0-5F07-D3CC-3B50-FAD828E81339}"/>
          </ac:picMkLst>
        </pc:picChg>
        <pc:picChg chg="del">
          <ac:chgData name="kimihiro ito" userId="64d9ef776e3b414a" providerId="LiveId" clId="{24430D68-2DF7-4B0C-BC1C-2CD25E7EDBB5}" dt="2025-12-17T06:46:35.120" v="9048" actId="478"/>
          <ac:picMkLst>
            <pc:docMk/>
            <pc:sldMk cId="3329443597" sldId="322"/>
            <ac:picMk id="7" creationId="{45F37FDA-FB35-6160-5F8A-EFCC073A02F1}"/>
          </ac:picMkLst>
        </pc:picChg>
        <pc:picChg chg="add mod">
          <ac:chgData name="kimihiro ito" userId="64d9ef776e3b414a" providerId="LiveId" clId="{24430D68-2DF7-4B0C-BC1C-2CD25E7EDBB5}" dt="2025-12-17T07:04:24.045" v="9547" actId="14100"/>
          <ac:picMkLst>
            <pc:docMk/>
            <pc:sldMk cId="3329443597" sldId="322"/>
            <ac:picMk id="10" creationId="{1F8B1177-DD32-A682-E352-39055522F27F}"/>
          </ac:picMkLst>
        </pc:picChg>
        <pc:picChg chg="add mod">
          <ac:chgData name="kimihiro ito" userId="64d9ef776e3b414a" providerId="LiveId" clId="{24430D68-2DF7-4B0C-BC1C-2CD25E7EDBB5}" dt="2025-12-17T07:04:17.316" v="9546" actId="14100"/>
          <ac:picMkLst>
            <pc:docMk/>
            <pc:sldMk cId="3329443597" sldId="322"/>
            <ac:picMk id="13" creationId="{9046CF93-7533-C314-90DE-D4BB491DB3F0}"/>
          </ac:picMkLst>
        </pc:picChg>
        <pc:picChg chg="add del mod">
          <ac:chgData name="kimihiro ito" userId="64d9ef776e3b414a" providerId="LiveId" clId="{24430D68-2DF7-4B0C-BC1C-2CD25E7EDBB5}" dt="2025-12-17T08:11:57.862" v="10255" actId="478"/>
          <ac:picMkLst>
            <pc:docMk/>
            <pc:sldMk cId="3329443597" sldId="322"/>
            <ac:picMk id="15" creationId="{F7CA482B-CDD0-B8BC-08E9-51EE01FDE808}"/>
          </ac:picMkLst>
        </pc:picChg>
        <pc:picChg chg="add mod">
          <ac:chgData name="kimihiro ito" userId="64d9ef776e3b414a" providerId="LiveId" clId="{24430D68-2DF7-4B0C-BC1C-2CD25E7EDBB5}" dt="2025-12-17T08:14:04.402" v="10266" actId="1076"/>
          <ac:picMkLst>
            <pc:docMk/>
            <pc:sldMk cId="3329443597" sldId="322"/>
            <ac:picMk id="17" creationId="{0ADE0080-B1F6-98B1-B02A-A7EA14F53A7F}"/>
          </ac:picMkLst>
        </pc:picChg>
      </pc:sldChg>
      <pc:sldChg chg="add del ord">
        <pc:chgData name="kimihiro ito" userId="64d9ef776e3b414a" providerId="LiveId" clId="{24430D68-2DF7-4B0C-BC1C-2CD25E7EDBB5}" dt="2025-12-17T08:16:50.080" v="10425" actId="47"/>
        <pc:sldMkLst>
          <pc:docMk/>
          <pc:sldMk cId="2091064699" sldId="323"/>
        </pc:sldMkLst>
      </pc:sldChg>
      <pc:sldChg chg="add del ord">
        <pc:chgData name="kimihiro ito" userId="64d9ef776e3b414a" providerId="LiveId" clId="{24430D68-2DF7-4B0C-BC1C-2CD25E7EDBB5}" dt="2025-12-17T08:16:51.182" v="10426" actId="47"/>
        <pc:sldMkLst>
          <pc:docMk/>
          <pc:sldMk cId="2650375279" sldId="324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68CDA-7CA7-4E7A-9CCD-B610966A52DF}" type="datetimeFigureOut">
              <a:rPr kumimoji="1" lang="ja-JP" altLang="en-US" smtClean="0"/>
              <a:t>2025/12/15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28F01-A18D-4794-B8B1-1953F35467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918602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68CDA-7CA7-4E7A-9CCD-B610966A52DF}" type="datetimeFigureOut">
              <a:rPr kumimoji="1" lang="ja-JP" altLang="en-US" smtClean="0"/>
              <a:t>2025/12/15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28F01-A18D-4794-B8B1-1953F35467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38324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68CDA-7CA7-4E7A-9CCD-B610966A52DF}" type="datetimeFigureOut">
              <a:rPr kumimoji="1" lang="ja-JP" altLang="en-US" smtClean="0"/>
              <a:t>2025/12/15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28F01-A18D-4794-B8B1-1953F35467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862576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68CDA-7CA7-4E7A-9CCD-B610966A52DF}" type="datetimeFigureOut">
              <a:rPr kumimoji="1" lang="ja-JP" altLang="en-US" smtClean="0"/>
              <a:t>2025/12/15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28F01-A18D-4794-B8B1-1953F35467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84600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68CDA-7CA7-4E7A-9CCD-B610966A52DF}" type="datetimeFigureOut">
              <a:rPr kumimoji="1" lang="ja-JP" altLang="en-US" smtClean="0"/>
              <a:t>2025/12/15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28F01-A18D-4794-B8B1-1953F35467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396680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68CDA-7CA7-4E7A-9CCD-B610966A52DF}" type="datetimeFigureOut">
              <a:rPr kumimoji="1" lang="ja-JP" altLang="en-US" smtClean="0"/>
              <a:t>2025/12/15</a:t>
            </a:fld>
            <a:endParaRPr kumimoji="1" lang="ja-JP" alt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28F01-A18D-4794-B8B1-1953F35467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798461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68CDA-7CA7-4E7A-9CCD-B610966A52DF}" type="datetimeFigureOut">
              <a:rPr kumimoji="1" lang="ja-JP" altLang="en-US" smtClean="0"/>
              <a:t>2025/12/15</a:t>
            </a:fld>
            <a:endParaRPr kumimoji="1" lang="ja-JP" alt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28F01-A18D-4794-B8B1-1953F35467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15792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68CDA-7CA7-4E7A-9CCD-B610966A52DF}" type="datetimeFigureOut">
              <a:rPr kumimoji="1" lang="ja-JP" altLang="en-US" smtClean="0"/>
              <a:t>2025/12/15</a:t>
            </a:fld>
            <a:endParaRPr kumimoji="1" lang="ja-JP" alt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28F01-A18D-4794-B8B1-1953F35467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652277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/>
              <a:t>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68CDA-7CA7-4E7A-9CCD-B610966A52DF}" type="datetimeFigureOut">
              <a:rPr kumimoji="1" lang="ja-JP" altLang="en-US" smtClean="0"/>
              <a:t>2025/12/15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28F01-A18D-4794-B8B1-1953F35467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72798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パノラマ写真 (キャプション付き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/>
              <a:t>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68CDA-7CA7-4E7A-9CCD-B610966A52DF}" type="datetimeFigureOut">
              <a:rPr kumimoji="1" lang="ja-JP" altLang="en-US" smtClean="0"/>
              <a:t>2025/12/15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28F01-A18D-4794-B8B1-1953F35467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084297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とキャプショ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68CDA-7CA7-4E7A-9CCD-B610966A52DF}" type="datetimeFigureOut">
              <a:rPr kumimoji="1" lang="ja-JP" altLang="en-US" smtClean="0"/>
              <a:t>2025/12/15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28F01-A18D-4794-B8B1-1953F35467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00304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用 (キャプション付き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ja-JP" altLang="en-US"/>
              <a:t>マスター テキストの書式設定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68CDA-7CA7-4E7A-9CCD-B610966A52DF}" type="datetimeFigureOut">
              <a:rPr kumimoji="1" lang="ja-JP" altLang="en-US" smtClean="0"/>
              <a:t>2025/12/15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28F01-A18D-4794-B8B1-1953F354676F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712667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68CDA-7CA7-4E7A-9CCD-B610966A52DF}" type="datetimeFigureOut">
              <a:rPr kumimoji="1" lang="ja-JP" altLang="en-US" smtClean="0"/>
              <a:t>2025/12/15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28F01-A18D-4794-B8B1-1953F35467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534972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68CDA-7CA7-4E7A-9CCD-B610966A52DF}" type="datetimeFigureOut">
              <a:rPr kumimoji="1" lang="ja-JP" altLang="en-US" smtClean="0"/>
              <a:t>2025/12/15</a:t>
            </a:fld>
            <a:endParaRPr kumimoji="1" lang="ja-JP" alt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28F01-A18D-4794-B8B1-1953F35467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106931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つの画像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/>
              <a:t>図を追加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/>
              <a:t>図を追加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/>
              <a:t>図を追加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68CDA-7CA7-4E7A-9CCD-B610966A52DF}" type="datetimeFigureOut">
              <a:rPr kumimoji="1" lang="ja-JP" altLang="en-US" smtClean="0"/>
              <a:t>2025/12/15</a:t>
            </a:fld>
            <a:endParaRPr kumimoji="1" lang="ja-JP" alt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28F01-A18D-4794-B8B1-1953F35467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080072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68CDA-7CA7-4E7A-9CCD-B610966A52DF}" type="datetimeFigureOut">
              <a:rPr kumimoji="1" lang="ja-JP" altLang="en-US" smtClean="0"/>
              <a:t>2025/12/15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28F01-A18D-4794-B8B1-1953F35467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7640667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68CDA-7CA7-4E7A-9CCD-B610966A52DF}" type="datetimeFigureOut">
              <a:rPr kumimoji="1" lang="ja-JP" altLang="en-US" smtClean="0"/>
              <a:t>2025/12/15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28F01-A18D-4794-B8B1-1953F35467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556189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ja-JP" altLang="en-US"/>
          </a:p>
        </p:txBody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ja-JP" altLang="en-US"/>
          </a:p>
        </p:txBody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ja-JP" altLang="en-US"/>
          </a:p>
        </p:txBody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ja-JP" altLang="en-US"/>
          </a:p>
        </p:txBody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ja-JP" altLang="en-US"/>
          </a:p>
        </p:txBody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ja-JP" alt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0C368CDA-7CA7-4E7A-9CCD-B610966A52DF}" type="datetimeFigureOut">
              <a:rPr kumimoji="1" lang="ja-JP" altLang="en-US" smtClean="0"/>
              <a:t>2025/12/15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528F01-A18D-4794-B8B1-1953F354676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3363703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7" r:id="rId1"/>
    <p:sldLayoutId id="2147483768" r:id="rId2"/>
    <p:sldLayoutId id="2147483769" r:id="rId3"/>
    <p:sldLayoutId id="2147483770" r:id="rId4"/>
    <p:sldLayoutId id="2147483771" r:id="rId5"/>
    <p:sldLayoutId id="2147483772" r:id="rId6"/>
    <p:sldLayoutId id="2147483773" r:id="rId7"/>
    <p:sldLayoutId id="2147483774" r:id="rId8"/>
    <p:sldLayoutId id="2147483775" r:id="rId9"/>
    <p:sldLayoutId id="2147483776" r:id="rId10"/>
    <p:sldLayoutId id="2147483777" r:id="rId11"/>
    <p:sldLayoutId id="2147483778" r:id="rId12"/>
    <p:sldLayoutId id="2147483779" r:id="rId13"/>
    <p:sldLayoutId id="2147483780" r:id="rId14"/>
    <p:sldLayoutId id="2147483781" r:id="rId15"/>
    <p:sldLayoutId id="2147483782" r:id="rId16"/>
    <p:sldLayoutId id="2147483783" r:id="rId17"/>
  </p:sldLayoutIdLst>
  <p:txStyles>
    <p:titleStyle>
      <a:lvl1pPr algn="l" defTabSz="457207" rtl="0" eaLnBrk="1" latinLnBrk="0" hangingPunct="1">
        <a:spcBef>
          <a:spcPct val="0"/>
        </a:spcBef>
        <a:buNone/>
        <a:defRPr kumimoji="1"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 kumimoji="1">
          <a:solidFill>
            <a:schemeClr val="tx2"/>
          </a:solidFill>
        </a:defRPr>
      </a:lvl2pPr>
      <a:lvl3pPr eaLnBrk="1" hangingPunct="1">
        <a:defRPr kumimoji="1">
          <a:solidFill>
            <a:schemeClr val="tx2"/>
          </a:solidFill>
        </a:defRPr>
      </a:lvl3pPr>
      <a:lvl4pPr eaLnBrk="1" hangingPunct="1">
        <a:defRPr kumimoji="1">
          <a:solidFill>
            <a:schemeClr val="tx2"/>
          </a:solidFill>
        </a:defRPr>
      </a:lvl4pPr>
      <a:lvl5pPr eaLnBrk="1" hangingPunct="1">
        <a:defRPr kumimoji="1">
          <a:solidFill>
            <a:schemeClr val="tx2"/>
          </a:solidFill>
        </a:defRPr>
      </a:lvl5pPr>
      <a:lvl6pPr eaLnBrk="1" hangingPunct="1">
        <a:defRPr kumimoji="1">
          <a:solidFill>
            <a:schemeClr val="tx2"/>
          </a:solidFill>
        </a:defRPr>
      </a:lvl6pPr>
      <a:lvl7pPr eaLnBrk="1" hangingPunct="1">
        <a:defRPr kumimoji="1">
          <a:solidFill>
            <a:schemeClr val="tx2"/>
          </a:solidFill>
        </a:defRPr>
      </a:lvl7pPr>
      <a:lvl8pPr eaLnBrk="1" hangingPunct="1">
        <a:defRPr kumimoji="1">
          <a:solidFill>
            <a:schemeClr val="tx2"/>
          </a:solidFill>
        </a:defRPr>
      </a:lvl8pPr>
      <a:lvl9pPr eaLnBrk="1" hangingPunct="1">
        <a:defRPr kumimoji="1"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kumimoji="1"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kumimoji="1"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kumimoji="1"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kumimoji="1"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kumimoji="1"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kumimoji="1"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kumimoji="1"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kumimoji="1"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kumimoji="1"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hyperlink" Target="http://jp.archive.ubuntu.com/ubuntu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8026038" cy="3329581"/>
          </a:xfrm>
        </p:spPr>
        <p:txBody>
          <a:bodyPr/>
          <a:lstStyle/>
          <a:p>
            <a:r>
              <a:rPr lang="en-US" altLang="ja-JP" sz="6000" dirty="0" err="1"/>
              <a:t>UbuntuServer</a:t>
            </a:r>
            <a:r>
              <a:rPr lang="ja-JP" altLang="en-US" sz="6000" dirty="0"/>
              <a:t>の</a:t>
            </a:r>
            <a:r>
              <a:rPr kumimoji="1" lang="ja-JP" altLang="en-US" sz="6000" dirty="0"/>
              <a:t>導入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en-US" altLang="ja-JP" dirty="0"/>
              <a:t>2025/12/3</a:t>
            </a:r>
          </a:p>
          <a:p>
            <a:r>
              <a:rPr lang="en-US" altLang="ja-JP" dirty="0"/>
              <a:t>Kimihiro ITO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911187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95536" y="1168152"/>
            <a:ext cx="8229600" cy="550120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ja-JP" sz="1400" dirty="0">
                <a:latin typeface="+mj-ea"/>
                <a:ea typeface="+mj-ea"/>
              </a:rPr>
              <a:t>1.1</a:t>
            </a:r>
            <a:r>
              <a:rPr lang="ja-JP" altLang="en-US" sz="1400" dirty="0">
                <a:latin typeface="+mj-ea"/>
                <a:ea typeface="+mj-ea"/>
              </a:rPr>
              <a:t>　</a:t>
            </a:r>
            <a:r>
              <a:rPr lang="en-US" altLang="ja-JP" sz="1400" dirty="0">
                <a:latin typeface="+mj-ea"/>
                <a:ea typeface="+mj-ea"/>
              </a:rPr>
              <a:t>Ubuntu Server</a:t>
            </a:r>
            <a:r>
              <a:rPr lang="ja-JP" altLang="en-US" sz="1400" dirty="0">
                <a:latin typeface="+mj-ea"/>
              </a:rPr>
              <a:t>パッケージの入手</a:t>
            </a:r>
            <a:endParaRPr lang="en-US" altLang="ja-JP" sz="1400" dirty="0">
              <a:latin typeface="+mj-ea"/>
            </a:endParaRPr>
          </a:p>
          <a:p>
            <a:pPr marL="542925" lvl="1" indent="-142875">
              <a:buNone/>
            </a:pPr>
            <a:r>
              <a:rPr lang="ja-JP" altLang="en-US" sz="1400" dirty="0">
                <a:latin typeface="+mj-ea"/>
              </a:rPr>
              <a:t>　　　</a:t>
            </a:r>
            <a:r>
              <a:rPr lang="en-US" altLang="ja-JP" sz="1400" dirty="0">
                <a:latin typeface="+mj-ea"/>
              </a:rPr>
              <a:t>amd64</a:t>
            </a:r>
            <a:r>
              <a:rPr lang="ja-JP" altLang="en-US" sz="1400" dirty="0">
                <a:latin typeface="+mj-ea"/>
              </a:rPr>
              <a:t>アーキテクチャ：</a:t>
            </a:r>
            <a:r>
              <a:rPr lang="en-US" altLang="ja-JP" sz="1400" dirty="0">
                <a:latin typeface="+mj-ea"/>
              </a:rPr>
              <a:t> ubuntu-24.04.3-live-server-amd64</a:t>
            </a:r>
          </a:p>
          <a:p>
            <a:pPr marL="542925" lvl="1" indent="-142875">
              <a:buNone/>
            </a:pPr>
            <a:r>
              <a:rPr lang="ja-JP" altLang="en-US" sz="1400" dirty="0">
                <a:latin typeface="+mj-ea"/>
              </a:rPr>
              <a:t>　　　</a:t>
            </a:r>
            <a:r>
              <a:rPr lang="en-US" altLang="ja-JP" sz="1400" dirty="0">
                <a:latin typeface="+mj-ea"/>
              </a:rPr>
              <a:t>URL</a:t>
            </a:r>
            <a:r>
              <a:rPr lang="ja-JP" altLang="en-US" sz="1400" dirty="0">
                <a:latin typeface="+mj-ea"/>
              </a:rPr>
              <a:t>：</a:t>
            </a:r>
            <a:r>
              <a:rPr lang="en-US" altLang="ja-JP" sz="1400" dirty="0">
                <a:latin typeface="+mj-ea"/>
              </a:rPr>
              <a:t> https://ftp.udx.icscoe.jp/Linux/ubuntu-releases/24.04/</a:t>
            </a:r>
          </a:p>
          <a:p>
            <a:pPr marL="542925" lvl="1" indent="-142875">
              <a:buNone/>
            </a:pPr>
            <a:r>
              <a:rPr lang="ja-JP" altLang="en-US" sz="1000" dirty="0">
                <a:latin typeface="+mj-ea"/>
              </a:rPr>
              <a:t>　　　　　　　　　</a:t>
            </a:r>
            <a:r>
              <a:rPr lang="en-US" altLang="ja-JP" sz="1000" dirty="0">
                <a:latin typeface="+mj-ea"/>
              </a:rPr>
              <a:t>https://ftp.udx.icscoe.jp/Linux/ubuntu-releases/24.04/ubuntu-24.04.3-live-server-amd64.iso</a:t>
            </a:r>
            <a:endParaRPr lang="en-US" altLang="ja-JP" sz="1000" dirty="0">
              <a:latin typeface="+mj-ea"/>
              <a:ea typeface="+mj-ea"/>
            </a:endParaRPr>
          </a:p>
          <a:p>
            <a:pPr marL="542925" lvl="1" indent="-142875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542925" lvl="1" indent="-142875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542925" lvl="1" indent="-142875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542925" lvl="1" indent="-142875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542925" lvl="1" indent="-142875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542925" lvl="1" indent="-142875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542925" lvl="1" indent="-142875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542925" lvl="1" indent="-142875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542925" lvl="1" indent="-142875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542925" lvl="1" indent="-142875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542925" lvl="1" indent="-142875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EB00FAF9-CD11-B53E-C591-1F85B2E308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8461" y="3026100"/>
            <a:ext cx="7602011" cy="3715268"/>
          </a:xfrm>
          <a:prstGeom prst="rect">
            <a:avLst/>
          </a:prstGeom>
        </p:spPr>
      </p:pic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715434"/>
          </a:xfrm>
        </p:spPr>
        <p:txBody>
          <a:bodyPr>
            <a:normAutofit fontScale="90000"/>
          </a:bodyPr>
          <a:lstStyle/>
          <a:p>
            <a:r>
              <a:rPr kumimoji="1" lang="en-US" altLang="ja-JP" dirty="0"/>
              <a:t>1</a:t>
            </a:r>
            <a:r>
              <a:rPr kumimoji="1" lang="ja-JP" altLang="en-US" dirty="0"/>
              <a:t>．パッケージ入手</a:t>
            </a:r>
          </a:p>
        </p:txBody>
      </p:sp>
      <p:sp>
        <p:nvSpPr>
          <p:cNvPr id="7" name="正方形/長方形 6"/>
          <p:cNvSpPr/>
          <p:nvPr/>
        </p:nvSpPr>
        <p:spPr>
          <a:xfrm>
            <a:off x="1218460" y="5218046"/>
            <a:ext cx="4917027" cy="13559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698180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A69228-B50F-9170-2C84-2116572D68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2588E0C-7276-0686-097E-FC1D13837E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690" y="1213144"/>
            <a:ext cx="8229600" cy="5501208"/>
          </a:xfrm>
        </p:spPr>
        <p:txBody>
          <a:bodyPr>
            <a:noAutofit/>
          </a:bodyPr>
          <a:lstStyle/>
          <a:p>
            <a:pPr marL="0" lvl="1" indent="0">
              <a:buNone/>
            </a:pPr>
            <a:r>
              <a:rPr lang="en-US" altLang="ja-JP" sz="1400" dirty="0">
                <a:latin typeface="+mj-ea"/>
                <a:ea typeface="+mj-ea"/>
              </a:rPr>
              <a:t>1.</a:t>
            </a:r>
            <a:r>
              <a:rPr lang="en-US" altLang="ja-JP" sz="1400" dirty="0">
                <a:latin typeface="+mj-ea"/>
              </a:rPr>
              <a:t>2</a:t>
            </a:r>
            <a:r>
              <a:rPr lang="ja-JP" altLang="en-US" sz="1400" dirty="0">
                <a:latin typeface="+mj-ea"/>
                <a:ea typeface="+mj-ea"/>
              </a:rPr>
              <a:t>　</a:t>
            </a:r>
            <a:r>
              <a:rPr lang="en-US" altLang="ja-JP" sz="1400" dirty="0">
                <a:latin typeface="+mj-ea"/>
                <a:ea typeface="+mj-ea"/>
              </a:rPr>
              <a:t>Ubuntu Server</a:t>
            </a:r>
            <a:r>
              <a:rPr lang="ja-JP" altLang="en-US" sz="1400" dirty="0">
                <a:latin typeface="+mj-ea"/>
              </a:rPr>
              <a:t>パッケージの入手（その他）</a:t>
            </a:r>
            <a:endParaRPr lang="en-US" altLang="ja-JP" sz="1400" dirty="0">
              <a:latin typeface="+mj-ea"/>
            </a:endParaRPr>
          </a:p>
          <a:p>
            <a:pPr marL="542925" lvl="1" indent="-142875">
              <a:buNone/>
            </a:pPr>
            <a:r>
              <a:rPr lang="ja-JP" altLang="en-US" sz="1400" dirty="0">
                <a:latin typeface="+mj-ea"/>
              </a:rPr>
              <a:t>そのほかにも、パッケージの保存ミラーサイトがあるので、早いところから入手ください。</a:t>
            </a:r>
            <a:endParaRPr lang="en-US" altLang="ja-JP" sz="1400" dirty="0">
              <a:latin typeface="+mj-ea"/>
            </a:endParaRPr>
          </a:p>
          <a:p>
            <a:pPr marL="542925" lvl="1" indent="-142875">
              <a:buNone/>
            </a:pPr>
            <a:endParaRPr lang="en-US" altLang="ja-JP" sz="1400" dirty="0">
              <a:latin typeface="+mj-ea"/>
            </a:endParaRPr>
          </a:p>
          <a:p>
            <a:pPr marL="542925" lvl="1" indent="-142875">
              <a:buNone/>
            </a:pPr>
            <a:r>
              <a:rPr lang="ja-JP" altLang="en-US" sz="1400" dirty="0">
                <a:latin typeface="+mj-ea"/>
              </a:rPr>
              <a:t>その他ミラーサイト：　</a:t>
            </a:r>
            <a:r>
              <a:rPr lang="en-US" altLang="ja-JP" sz="1400" dirty="0">
                <a:latin typeface="+mj-ea"/>
              </a:rPr>
              <a:t>https://launchpad.net/ubuntu/+cdmirrors</a:t>
            </a:r>
            <a:endParaRPr lang="en-US" altLang="ja-JP" sz="1400" dirty="0">
              <a:latin typeface="+mj-ea"/>
              <a:ea typeface="+mj-ea"/>
            </a:endParaRPr>
          </a:p>
          <a:p>
            <a:pPr marL="542925" lvl="1" indent="-142875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542925" lvl="1" indent="-142875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542925" lvl="1" indent="-142875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542925" lvl="1" indent="-142875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542925" lvl="1" indent="-142875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19F28FD6-CA19-E3FA-FA9B-828714F423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672026"/>
          </a:xfrm>
        </p:spPr>
        <p:txBody>
          <a:bodyPr>
            <a:normAutofit fontScale="90000"/>
          </a:bodyPr>
          <a:lstStyle/>
          <a:p>
            <a:r>
              <a:rPr kumimoji="1" lang="en-US" altLang="ja-JP" dirty="0"/>
              <a:t>1</a:t>
            </a:r>
            <a:r>
              <a:rPr kumimoji="1" lang="ja-JP" altLang="en-US" dirty="0"/>
              <a:t>．パッケージの入手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CD53A802-9E36-2383-6935-A3BB88C803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8460" y="3140968"/>
            <a:ext cx="7540194" cy="2926786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FE66B0DA-A14F-FA88-F592-B04186713F96}"/>
              </a:ext>
            </a:extLst>
          </p:cNvPr>
          <p:cNvSpPr/>
          <p:nvPr/>
        </p:nvSpPr>
        <p:spPr>
          <a:xfrm>
            <a:off x="1306660" y="3552651"/>
            <a:ext cx="6592108" cy="21602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125933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ja-JP" dirty="0"/>
              <a:t>2. Ubuntu</a:t>
            </a:r>
            <a:r>
              <a:rPr kumimoji="1" lang="ja-JP" altLang="en-US" dirty="0"/>
              <a:t>の導入</a:t>
            </a:r>
            <a:r>
              <a:rPr kumimoji="1" lang="en-US" altLang="ja-JP" dirty="0"/>
              <a:t>(</a:t>
            </a:r>
            <a:r>
              <a:rPr kumimoji="1" lang="en-US" altLang="ja-JP" dirty="0" err="1"/>
              <a:t>Vbox</a:t>
            </a:r>
            <a:r>
              <a:rPr kumimoji="1" lang="ja-JP" altLang="en-US" dirty="0"/>
              <a:t>設定</a:t>
            </a:r>
            <a:r>
              <a:rPr kumimoji="1" lang="en-US" altLang="ja-JP" dirty="0"/>
              <a:t>)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95536" y="1196752"/>
            <a:ext cx="8229600" cy="5501208"/>
          </a:xfrm>
        </p:spPr>
        <p:txBody>
          <a:bodyPr>
            <a:noAutofit/>
          </a:bodyPr>
          <a:lstStyle/>
          <a:p>
            <a:pPr marL="0" lvl="1" indent="0">
              <a:buNone/>
            </a:pPr>
            <a:r>
              <a:rPr lang="en-US" altLang="ja-JP" sz="1400" dirty="0">
                <a:latin typeface="+mj-ea"/>
              </a:rPr>
              <a:t>2</a:t>
            </a:r>
            <a:r>
              <a:rPr lang="en-US" altLang="ja-JP" sz="1400" dirty="0">
                <a:latin typeface="+mj-ea"/>
                <a:ea typeface="+mj-ea"/>
              </a:rPr>
              <a:t>.1</a:t>
            </a:r>
            <a:r>
              <a:rPr lang="ja-JP" altLang="en-US" sz="1400" dirty="0">
                <a:latin typeface="+mj-ea"/>
                <a:ea typeface="+mj-ea"/>
              </a:rPr>
              <a:t>　</a:t>
            </a:r>
            <a:r>
              <a:rPr lang="en-US" altLang="ja-JP" sz="1400" dirty="0" err="1">
                <a:latin typeface="+mj-ea"/>
              </a:rPr>
              <a:t>VirtualBox</a:t>
            </a:r>
            <a:r>
              <a:rPr lang="ja-JP" altLang="en-US" sz="1400" dirty="0">
                <a:latin typeface="+mj-ea"/>
              </a:rPr>
              <a:t>の起動</a:t>
            </a:r>
            <a:endParaRPr lang="en-US" altLang="ja-JP" sz="1400" dirty="0">
              <a:latin typeface="+mj-ea"/>
            </a:endParaRPr>
          </a:p>
          <a:p>
            <a:pPr marL="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0" lvl="1" indent="0">
              <a:buNone/>
            </a:pPr>
            <a:r>
              <a:rPr lang="en-US" altLang="ja-JP" sz="1400" dirty="0">
                <a:latin typeface="+mj-ea"/>
              </a:rPr>
              <a:t>2</a:t>
            </a:r>
            <a:r>
              <a:rPr lang="en-US" altLang="ja-JP" sz="1400" dirty="0">
                <a:latin typeface="+mj-ea"/>
                <a:ea typeface="+mj-ea"/>
              </a:rPr>
              <a:t>.2</a:t>
            </a:r>
            <a:r>
              <a:rPr lang="ja-JP" altLang="en-US" sz="1400" dirty="0">
                <a:latin typeface="+mj-ea"/>
                <a:ea typeface="+mj-ea"/>
              </a:rPr>
              <a:t>　</a:t>
            </a:r>
            <a:r>
              <a:rPr lang="ja-JP" altLang="en-US" sz="1400" dirty="0">
                <a:latin typeface="+mj-ea"/>
              </a:rPr>
              <a:t>新規仮想マシーンの作成　</a:t>
            </a:r>
            <a:r>
              <a:rPr lang="en-US" altLang="ja-JP" sz="1400" dirty="0">
                <a:latin typeface="+mj-ea"/>
              </a:rPr>
              <a:t>-&gt;</a:t>
            </a:r>
            <a:r>
              <a:rPr lang="ja-JP" altLang="en-US" sz="1400" dirty="0">
                <a:latin typeface="+mj-ea"/>
              </a:rPr>
              <a:t>「新規」アイコンにて作成</a:t>
            </a:r>
            <a:endParaRPr lang="en-US" altLang="ja-JP" sz="1400" dirty="0">
              <a:latin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280535E5-9DBF-4253-0EF7-D0AAD545C2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2042" y="1340768"/>
            <a:ext cx="779808" cy="796168"/>
          </a:xfrm>
          <a:prstGeom prst="rect">
            <a:avLst/>
          </a:prstGeom>
        </p:spPr>
      </p:pic>
      <p:pic>
        <p:nvPicPr>
          <p:cNvPr id="14" name="図 13">
            <a:extLst>
              <a:ext uri="{FF2B5EF4-FFF2-40B4-BE49-F238E27FC236}">
                <a16:creationId xmlns:a16="http://schemas.microsoft.com/office/drawing/2014/main" id="{65941706-B614-5561-1505-CC2D61E92D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9632" y="2852936"/>
            <a:ext cx="5755354" cy="3240360"/>
          </a:xfrm>
          <a:prstGeom prst="rect">
            <a:avLst/>
          </a:prstGeom>
        </p:spPr>
      </p:pic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A39D1D95-AA43-39F5-5561-33B1F9F0CE0A}"/>
              </a:ext>
            </a:extLst>
          </p:cNvPr>
          <p:cNvSpPr/>
          <p:nvPr/>
        </p:nvSpPr>
        <p:spPr>
          <a:xfrm>
            <a:off x="3923928" y="3199238"/>
            <a:ext cx="392435" cy="37377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322529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ja-JP" dirty="0"/>
              <a:t>2. Ubuntu</a:t>
            </a:r>
            <a:r>
              <a:rPr lang="ja-JP" altLang="en-US" dirty="0"/>
              <a:t>の導入</a:t>
            </a:r>
            <a:r>
              <a:rPr lang="en-US" altLang="ja-JP" dirty="0"/>
              <a:t>(</a:t>
            </a:r>
            <a:r>
              <a:rPr lang="en-US" altLang="ja-JP" dirty="0" err="1"/>
              <a:t>Vbox</a:t>
            </a:r>
            <a:r>
              <a:rPr lang="ja-JP" altLang="en-US" dirty="0"/>
              <a:t>設定</a:t>
            </a:r>
            <a:r>
              <a:rPr lang="en-US" altLang="ja-JP" dirty="0"/>
              <a:t>)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95536" y="1168152"/>
            <a:ext cx="8229600" cy="550120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ja-JP" sz="1400" dirty="0">
                <a:latin typeface="+mj-ea"/>
                <a:ea typeface="+mj-ea"/>
              </a:rPr>
              <a:t>2.3</a:t>
            </a:r>
            <a:r>
              <a:rPr lang="ja-JP" altLang="en-US" sz="1400" dirty="0">
                <a:latin typeface="+mj-ea"/>
                <a:ea typeface="+mj-ea"/>
              </a:rPr>
              <a:t>　</a:t>
            </a:r>
            <a:r>
              <a:rPr lang="ja-JP" altLang="en-US" sz="1400" dirty="0">
                <a:latin typeface="+mj-ea"/>
              </a:rPr>
              <a:t>名前とオペレーティングシステム</a:t>
            </a:r>
            <a:endParaRPr lang="en-US" altLang="ja-JP" sz="1400" dirty="0">
              <a:latin typeface="+mj-ea"/>
            </a:endParaRPr>
          </a:p>
          <a:p>
            <a:pPr marL="444500" lvl="2" indent="0">
              <a:buNone/>
            </a:pPr>
            <a:r>
              <a:rPr lang="ja-JP" altLang="en-US" sz="1200" dirty="0">
                <a:latin typeface="+mj-ea"/>
              </a:rPr>
              <a:t>名前：　</a:t>
            </a:r>
            <a:r>
              <a:rPr lang="en-US" altLang="ja-JP" sz="1200" dirty="0">
                <a:latin typeface="+mj-ea"/>
              </a:rPr>
              <a:t>	[</a:t>
            </a:r>
            <a:r>
              <a:rPr lang="ja-JP" altLang="en-US" sz="1200" dirty="0">
                <a:latin typeface="+mj-ea"/>
              </a:rPr>
              <a:t>任意</a:t>
            </a:r>
            <a:r>
              <a:rPr lang="en-US" altLang="ja-JP" sz="1200" dirty="0">
                <a:latin typeface="+mj-ea"/>
              </a:rPr>
              <a:t>]</a:t>
            </a:r>
            <a:r>
              <a:rPr lang="ja-JP" altLang="en-US" sz="1200" dirty="0">
                <a:latin typeface="+mj-ea"/>
              </a:rPr>
              <a:t>　　　</a:t>
            </a:r>
            <a:r>
              <a:rPr lang="en-US" altLang="ja-JP" sz="1200" dirty="0">
                <a:latin typeface="+mj-ea"/>
              </a:rPr>
              <a:t>UbuntuSVR01</a:t>
            </a:r>
          </a:p>
          <a:p>
            <a:pPr marL="444500" lvl="2" indent="0">
              <a:buNone/>
            </a:pPr>
            <a:r>
              <a:rPr lang="ja-JP" altLang="en-US" sz="1200" dirty="0">
                <a:latin typeface="+mj-ea"/>
              </a:rPr>
              <a:t>フォルダー：</a:t>
            </a:r>
            <a:r>
              <a:rPr lang="en-US" altLang="ja-JP" sz="1200" dirty="0">
                <a:latin typeface="+mj-ea"/>
              </a:rPr>
              <a:t>	[</a:t>
            </a:r>
            <a:r>
              <a:rPr lang="ja-JP" altLang="en-US" sz="1200" dirty="0">
                <a:latin typeface="+mj-ea"/>
              </a:rPr>
              <a:t>任意</a:t>
            </a:r>
            <a:r>
              <a:rPr lang="en-US" altLang="ja-JP" sz="1200" dirty="0">
                <a:latin typeface="+mj-ea"/>
              </a:rPr>
              <a:t>]</a:t>
            </a:r>
            <a:r>
              <a:rPr lang="ja-JP" altLang="en-US" sz="1200" dirty="0">
                <a:latin typeface="+mj-ea"/>
              </a:rPr>
              <a:t>　　　</a:t>
            </a:r>
            <a:r>
              <a:rPr lang="en-US" altLang="ja-JP" sz="1200" dirty="0">
                <a:latin typeface="+mj-ea"/>
              </a:rPr>
              <a:t>C:\VMs</a:t>
            </a:r>
          </a:p>
          <a:p>
            <a:pPr marL="444500" lvl="2" indent="0">
              <a:buNone/>
            </a:pPr>
            <a:r>
              <a:rPr lang="en-US" altLang="ja-JP" sz="1200" dirty="0">
                <a:latin typeface="+mj-ea"/>
              </a:rPr>
              <a:t>ISO</a:t>
            </a:r>
            <a:r>
              <a:rPr lang="ja-JP" altLang="en-US" sz="1200" dirty="0">
                <a:latin typeface="+mj-ea"/>
              </a:rPr>
              <a:t>イメージ：</a:t>
            </a:r>
            <a:r>
              <a:rPr lang="en-US" altLang="ja-JP" sz="1200" dirty="0">
                <a:latin typeface="+mj-ea"/>
              </a:rPr>
              <a:t>[</a:t>
            </a:r>
            <a:r>
              <a:rPr lang="ja-JP" altLang="en-US" sz="1200" dirty="0">
                <a:latin typeface="+mj-ea"/>
              </a:rPr>
              <a:t>ダウンロード</a:t>
            </a:r>
            <a:r>
              <a:rPr lang="en-US" altLang="ja-JP" sz="1200" dirty="0">
                <a:latin typeface="+mj-ea"/>
              </a:rPr>
              <a:t>ISO]</a:t>
            </a:r>
          </a:p>
          <a:p>
            <a:pPr marL="444500" lvl="2" indent="0">
              <a:buNone/>
            </a:pPr>
            <a:r>
              <a:rPr lang="ja-JP" altLang="en-US" sz="1200" dirty="0">
                <a:latin typeface="+mj-ea"/>
              </a:rPr>
              <a:t>　</a:t>
            </a:r>
            <a:r>
              <a:rPr lang="en-US" altLang="ja-JP" sz="1200" dirty="0">
                <a:latin typeface="+mj-ea"/>
              </a:rPr>
              <a:t>ubuntu-24.04.3-live-server-amd64.iso</a:t>
            </a:r>
          </a:p>
          <a:p>
            <a:pPr marL="444500" lvl="2" indent="0">
              <a:buNone/>
            </a:pPr>
            <a:r>
              <a:rPr lang="ja-JP" altLang="en-US" sz="1200" dirty="0">
                <a:latin typeface="+mj-ea"/>
              </a:rPr>
              <a:t>タイプ：</a:t>
            </a:r>
            <a:r>
              <a:rPr lang="en-US" altLang="ja-JP" sz="1200" dirty="0">
                <a:latin typeface="+mj-ea"/>
              </a:rPr>
              <a:t>	Linux</a:t>
            </a:r>
          </a:p>
          <a:p>
            <a:pPr marL="444500" lvl="2" indent="0">
              <a:buNone/>
            </a:pPr>
            <a:r>
              <a:rPr lang="en-US" altLang="ja-JP" sz="1200" dirty="0" err="1">
                <a:latin typeface="+mj-ea"/>
              </a:rPr>
              <a:t>Bubtype</a:t>
            </a:r>
            <a:r>
              <a:rPr lang="ja-JP" altLang="en-US" sz="1200" dirty="0">
                <a:latin typeface="+mj-ea"/>
              </a:rPr>
              <a:t>：</a:t>
            </a:r>
            <a:r>
              <a:rPr lang="en-US" altLang="ja-JP" sz="1200" dirty="0">
                <a:latin typeface="+mj-ea"/>
              </a:rPr>
              <a:t>	Ubuntu</a:t>
            </a:r>
          </a:p>
          <a:p>
            <a:pPr marL="444500" lvl="2" indent="0">
              <a:buNone/>
            </a:pPr>
            <a:r>
              <a:rPr lang="ja-JP" altLang="en-US" sz="1200" dirty="0">
                <a:latin typeface="+mj-ea"/>
              </a:rPr>
              <a:t>バージョン：</a:t>
            </a:r>
            <a:r>
              <a:rPr lang="en-US" altLang="ja-JP" sz="1200" dirty="0">
                <a:latin typeface="+mj-ea"/>
              </a:rPr>
              <a:t>	Ubuntu</a:t>
            </a:r>
            <a:r>
              <a:rPr lang="ja-JP" altLang="en-US" sz="1200" dirty="0">
                <a:latin typeface="+mj-ea"/>
              </a:rPr>
              <a:t> </a:t>
            </a:r>
            <a:r>
              <a:rPr lang="en-US" altLang="ja-JP" sz="1200" dirty="0">
                <a:latin typeface="+mj-ea"/>
              </a:rPr>
              <a:t>24.04</a:t>
            </a:r>
            <a:r>
              <a:rPr lang="ja-JP" altLang="en-US" sz="1200" dirty="0">
                <a:latin typeface="+mj-ea"/>
              </a:rPr>
              <a:t> </a:t>
            </a:r>
            <a:r>
              <a:rPr lang="en-US" altLang="ja-JP" sz="1200" dirty="0">
                <a:latin typeface="+mj-ea"/>
              </a:rPr>
              <a:t>LTS(64-bit)</a:t>
            </a:r>
          </a:p>
          <a:p>
            <a:pPr marL="444500" lvl="2" indent="0">
              <a:buNone/>
            </a:pPr>
            <a:r>
              <a:rPr lang="ja-JP" altLang="en-US" sz="1200" dirty="0">
                <a:latin typeface="+mj-ea"/>
              </a:rPr>
              <a:t>自動インストールをスキップ：　チェック</a:t>
            </a:r>
            <a:r>
              <a:rPr lang="en-US" altLang="ja-JP" sz="1200" dirty="0">
                <a:latin typeface="+mj-ea"/>
              </a:rPr>
              <a:t>ON</a:t>
            </a: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BA3FDEB3-58FB-9BAE-EEB1-AE488FCB34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7984" y="1792469"/>
            <a:ext cx="4610883" cy="3139927"/>
          </a:xfrm>
          <a:prstGeom prst="rect">
            <a:avLst/>
          </a:prstGeom>
        </p:spPr>
      </p:pic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55E6C9A6-0D62-BF0F-DDBB-AAB7BA6C20AB}"/>
              </a:ext>
            </a:extLst>
          </p:cNvPr>
          <p:cNvSpPr/>
          <p:nvPr/>
        </p:nvSpPr>
        <p:spPr>
          <a:xfrm>
            <a:off x="5338005" y="2060848"/>
            <a:ext cx="3700862" cy="140053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720969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D91677-25B1-A342-2854-2F2E30C7C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9ED3E30-2687-AE72-5309-1000BE2D33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ja-JP" dirty="0"/>
              <a:t>2. Ubuntu</a:t>
            </a:r>
            <a:r>
              <a:rPr lang="ja-JP" altLang="en-US" dirty="0"/>
              <a:t>の導入</a:t>
            </a:r>
            <a:r>
              <a:rPr lang="en-US" altLang="ja-JP" dirty="0"/>
              <a:t>(</a:t>
            </a:r>
            <a:r>
              <a:rPr lang="en-US" altLang="ja-JP" dirty="0" err="1"/>
              <a:t>Vbox</a:t>
            </a:r>
            <a:r>
              <a:rPr lang="ja-JP" altLang="en-US" dirty="0"/>
              <a:t>設定</a:t>
            </a:r>
            <a:r>
              <a:rPr lang="en-US" altLang="ja-JP" dirty="0"/>
              <a:t>)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A122EC3-D50F-A893-0AE7-61E93BFCA7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1168152"/>
            <a:ext cx="8208912" cy="550120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ja-JP" sz="1400" dirty="0">
                <a:latin typeface="+mj-ea"/>
                <a:ea typeface="+mj-ea"/>
              </a:rPr>
              <a:t>2.</a:t>
            </a:r>
            <a:r>
              <a:rPr lang="en-US" altLang="ja-JP" sz="1400" dirty="0">
                <a:latin typeface="+mj-ea"/>
              </a:rPr>
              <a:t>4</a:t>
            </a:r>
            <a:r>
              <a:rPr lang="ja-JP" altLang="en-US" sz="1400" dirty="0">
                <a:latin typeface="+mj-ea"/>
                <a:ea typeface="+mj-ea"/>
              </a:rPr>
              <a:t>　自動インストール　（前項設定によりスキップ）</a:t>
            </a:r>
            <a:endParaRPr lang="en-US" altLang="ja-JP" sz="1400" dirty="0">
              <a:latin typeface="+mj-ea"/>
            </a:endParaRPr>
          </a:p>
          <a:p>
            <a:pPr marL="444500" indent="0">
              <a:buNone/>
            </a:pPr>
            <a:r>
              <a:rPr lang="ja-JP" altLang="en-US" sz="1400" dirty="0">
                <a:latin typeface="+mj-ea"/>
                <a:ea typeface="+mj-ea"/>
              </a:rPr>
              <a:t>ユーザーとパスワード：</a:t>
            </a:r>
            <a:r>
              <a:rPr lang="en-US" altLang="ja-JP" sz="1400" dirty="0">
                <a:latin typeface="+mj-ea"/>
                <a:ea typeface="+mj-ea"/>
              </a:rPr>
              <a:t>	</a:t>
            </a:r>
            <a:r>
              <a:rPr lang="ja-JP" altLang="en-US" sz="1400" dirty="0">
                <a:latin typeface="+mj-ea"/>
                <a:ea typeface="+mj-ea"/>
              </a:rPr>
              <a:t>初期ユーザとパスワードを設定</a:t>
            </a:r>
            <a:endParaRPr lang="en-US" altLang="ja-JP" sz="1400" dirty="0">
              <a:latin typeface="+mj-ea"/>
            </a:endParaRPr>
          </a:p>
          <a:p>
            <a:pPr marL="444500" indent="0">
              <a:buNone/>
            </a:pPr>
            <a:r>
              <a:rPr lang="ja-JP" altLang="en-US" sz="1400" dirty="0">
                <a:latin typeface="+mj-ea"/>
                <a:ea typeface="+mj-ea"/>
              </a:rPr>
              <a:t>追加オプション：</a:t>
            </a:r>
            <a:r>
              <a:rPr lang="en-US" altLang="ja-JP" sz="1400" dirty="0">
                <a:latin typeface="+mj-ea"/>
                <a:ea typeface="+mj-ea"/>
              </a:rPr>
              <a:t>		</a:t>
            </a:r>
            <a:r>
              <a:rPr lang="ja-JP" altLang="en-US" sz="1400" dirty="0">
                <a:latin typeface="+mj-ea"/>
                <a:ea typeface="+mj-ea"/>
              </a:rPr>
              <a:t>ホスト名ド、メインを設定</a:t>
            </a:r>
            <a:endParaRPr lang="en-US" altLang="ja-JP" sz="1400" dirty="0">
              <a:latin typeface="+mj-ea"/>
            </a:endParaRPr>
          </a:p>
          <a:p>
            <a:pPr marL="444500" indent="0">
              <a:buNone/>
            </a:pPr>
            <a:r>
              <a:rPr lang="en-US" altLang="ja-JP" sz="1400" dirty="0">
                <a:latin typeface="+mj-ea"/>
                <a:ea typeface="+mj-ea"/>
              </a:rPr>
              <a:t>Guest Additions</a:t>
            </a:r>
            <a:r>
              <a:rPr lang="ja-JP" altLang="en-US" sz="1400" dirty="0">
                <a:latin typeface="+mj-ea"/>
              </a:rPr>
              <a:t> </a:t>
            </a:r>
            <a:r>
              <a:rPr lang="en-US" altLang="ja-JP" sz="1400" dirty="0">
                <a:latin typeface="+mj-ea"/>
                <a:ea typeface="+mj-ea"/>
              </a:rPr>
              <a:t>ISO: </a:t>
            </a:r>
            <a:r>
              <a:rPr lang="ja-JP" altLang="en-US" sz="1400" dirty="0">
                <a:latin typeface="+mj-ea"/>
                <a:ea typeface="+mj-ea"/>
              </a:rPr>
              <a:t>追加設定ファルを設定（</a:t>
            </a:r>
            <a:r>
              <a:rPr lang="en-US" altLang="ja-JP" sz="1400" dirty="0">
                <a:latin typeface="+mj-ea"/>
                <a:ea typeface="+mj-ea"/>
              </a:rPr>
              <a:t>cloud-</a:t>
            </a:r>
            <a:r>
              <a:rPr lang="en-US" altLang="ja-JP" sz="1400" dirty="0" err="1">
                <a:latin typeface="+mj-ea"/>
                <a:ea typeface="+mj-ea"/>
              </a:rPr>
              <a:t>init</a:t>
            </a:r>
            <a:r>
              <a:rPr lang="ja-JP" altLang="en-US" sz="1400" dirty="0">
                <a:latin typeface="+mj-ea"/>
                <a:ea typeface="+mj-ea"/>
              </a:rPr>
              <a:t>のファイルを設定）</a:t>
            </a:r>
            <a:endParaRPr lang="en-US" altLang="ja-JP" sz="1400" dirty="0">
              <a:latin typeface="+mj-ea"/>
              <a:ea typeface="+mj-ea"/>
            </a:endParaRPr>
          </a:p>
          <a:p>
            <a:pPr marL="715963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542925" lvl="1" indent="-142875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4594931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ja-JP" dirty="0"/>
              <a:t>2. Ubuntu</a:t>
            </a:r>
            <a:r>
              <a:rPr lang="ja-JP" altLang="en-US" dirty="0"/>
              <a:t>の導入</a:t>
            </a:r>
            <a:r>
              <a:rPr lang="en-US" altLang="ja-JP" dirty="0"/>
              <a:t>(</a:t>
            </a:r>
            <a:r>
              <a:rPr lang="en-US" altLang="ja-JP" dirty="0" err="1"/>
              <a:t>Vbox</a:t>
            </a:r>
            <a:r>
              <a:rPr lang="ja-JP" altLang="en-US" dirty="0"/>
              <a:t>設定</a:t>
            </a:r>
            <a:r>
              <a:rPr lang="en-US" altLang="ja-JP" dirty="0"/>
              <a:t>)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95536" y="1168152"/>
            <a:ext cx="8208912" cy="550120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ja-JP" sz="1400" dirty="0">
                <a:latin typeface="+mj-ea"/>
              </a:rPr>
              <a:t>2</a:t>
            </a:r>
            <a:r>
              <a:rPr lang="en-US" altLang="ja-JP" sz="1400" dirty="0">
                <a:latin typeface="+mj-ea"/>
                <a:ea typeface="+mj-ea"/>
              </a:rPr>
              <a:t>.</a:t>
            </a:r>
            <a:r>
              <a:rPr lang="en-US" altLang="ja-JP" sz="1400" dirty="0">
                <a:latin typeface="+mj-ea"/>
              </a:rPr>
              <a:t>5</a:t>
            </a:r>
            <a:r>
              <a:rPr lang="ja-JP" altLang="en-US" sz="1400" dirty="0">
                <a:latin typeface="+mj-ea"/>
                <a:ea typeface="+mj-ea"/>
              </a:rPr>
              <a:t>　ハードウエア</a:t>
            </a:r>
            <a:endParaRPr lang="en-US" altLang="ja-JP" sz="1400" dirty="0">
              <a:latin typeface="+mj-ea"/>
              <a:ea typeface="+mj-ea"/>
            </a:endParaRPr>
          </a:p>
          <a:p>
            <a:pPr marL="444500" lvl="1" indent="0">
              <a:buNone/>
            </a:pPr>
            <a:r>
              <a:rPr lang="ja-JP" altLang="en-US" sz="1400" dirty="0">
                <a:latin typeface="+mj-ea"/>
                <a:ea typeface="+mj-ea"/>
              </a:rPr>
              <a:t>メインメモリー：　</a:t>
            </a:r>
            <a:r>
              <a:rPr lang="en-US" altLang="ja-JP" sz="1400" dirty="0">
                <a:latin typeface="+mj-ea"/>
                <a:ea typeface="+mj-ea"/>
              </a:rPr>
              <a:t>1024MB</a:t>
            </a:r>
          </a:p>
          <a:p>
            <a:pPr marL="444500" lvl="1" indent="0">
              <a:buNone/>
            </a:pPr>
            <a:r>
              <a:rPr lang="ja-JP" altLang="en-US" sz="1400" dirty="0">
                <a:latin typeface="+mj-ea"/>
                <a:ea typeface="+mj-ea"/>
              </a:rPr>
              <a:t>プロセッサー数：　</a:t>
            </a:r>
            <a:r>
              <a:rPr lang="en-US" altLang="ja-JP" sz="1400" dirty="0">
                <a:latin typeface="+mj-ea"/>
                <a:ea typeface="+mj-ea"/>
              </a:rPr>
              <a:t>1CPU</a:t>
            </a:r>
          </a:p>
          <a:p>
            <a:pPr marL="444500" lvl="1" indent="0">
              <a:buNone/>
            </a:pPr>
            <a:r>
              <a:rPr lang="en-US" altLang="ja-JP" sz="1400" dirty="0">
                <a:latin typeface="+mj-ea"/>
                <a:ea typeface="+mj-ea"/>
              </a:rPr>
              <a:t>EFI</a:t>
            </a:r>
            <a:r>
              <a:rPr lang="ja-JP" altLang="en-US" sz="1400" dirty="0">
                <a:latin typeface="+mj-ea"/>
                <a:ea typeface="+mj-ea"/>
              </a:rPr>
              <a:t>を有効化：　チェック</a:t>
            </a:r>
            <a:r>
              <a:rPr lang="en-US" altLang="ja-JP" sz="1400" dirty="0">
                <a:latin typeface="+mj-ea"/>
                <a:ea typeface="+mj-ea"/>
              </a:rPr>
              <a:t>OFF</a:t>
            </a: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0" lvl="1" indent="0">
              <a:buNone/>
            </a:pPr>
            <a:r>
              <a:rPr lang="en-US" altLang="ja-JP" sz="1400" dirty="0">
                <a:latin typeface="+mj-ea"/>
              </a:rPr>
              <a:t>2</a:t>
            </a:r>
            <a:r>
              <a:rPr lang="en-US" altLang="ja-JP" sz="1400" dirty="0">
                <a:latin typeface="+mj-ea"/>
                <a:ea typeface="+mj-ea"/>
              </a:rPr>
              <a:t>.</a:t>
            </a:r>
            <a:r>
              <a:rPr lang="en-US" altLang="ja-JP" sz="1400" dirty="0">
                <a:latin typeface="+mj-ea"/>
              </a:rPr>
              <a:t>6</a:t>
            </a:r>
            <a:r>
              <a:rPr lang="ja-JP" altLang="en-US" sz="1400" dirty="0">
                <a:latin typeface="+mj-ea"/>
                <a:ea typeface="+mj-ea"/>
              </a:rPr>
              <a:t>　ハードディスク</a:t>
            </a: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r>
              <a:rPr lang="ja-JP" altLang="en-US" sz="1400" dirty="0">
                <a:latin typeface="+mj-ea"/>
                <a:ea typeface="+mj-ea"/>
              </a:rPr>
              <a:t>仮想ハードディスクを作成する：チェック</a:t>
            </a:r>
            <a:r>
              <a:rPr lang="en-US" altLang="ja-JP" sz="1400" dirty="0">
                <a:latin typeface="+mj-ea"/>
                <a:ea typeface="+mj-ea"/>
              </a:rPr>
              <a:t>ON</a:t>
            </a:r>
          </a:p>
          <a:p>
            <a:pPr marL="400050" lvl="1" indent="0">
              <a:buNone/>
            </a:pPr>
            <a:r>
              <a:rPr lang="ja-JP" altLang="en-US" sz="1400" dirty="0">
                <a:latin typeface="+mj-ea"/>
                <a:ea typeface="+mj-ea"/>
              </a:rPr>
              <a:t>ディスクファイル場所：デフォルトのまま</a:t>
            </a: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r>
              <a:rPr lang="ja-JP" altLang="en-US" sz="1400" dirty="0">
                <a:latin typeface="+mj-ea"/>
                <a:ea typeface="+mj-ea"/>
              </a:rPr>
              <a:t>ディスクサイズ：　</a:t>
            </a:r>
            <a:r>
              <a:rPr lang="en-US" altLang="ja-JP" sz="1400" dirty="0">
                <a:latin typeface="+mj-ea"/>
                <a:ea typeface="+mj-ea"/>
              </a:rPr>
              <a:t>20GB</a:t>
            </a:r>
          </a:p>
          <a:p>
            <a:pPr marL="400050" lvl="1" indent="0">
              <a:buNone/>
            </a:pPr>
            <a:r>
              <a:rPr lang="ja-JP" altLang="en-US" sz="1400" dirty="0">
                <a:latin typeface="+mj-ea"/>
                <a:ea typeface="+mj-ea"/>
              </a:rPr>
              <a:t>ハードディスクのファイルタイプ：</a:t>
            </a: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r>
              <a:rPr lang="ja-JP" altLang="en-US" sz="1400" dirty="0">
                <a:latin typeface="+mj-ea"/>
                <a:ea typeface="+mj-ea"/>
              </a:rPr>
              <a:t>　</a:t>
            </a:r>
            <a:r>
              <a:rPr lang="en-US" altLang="ja-JP" sz="1400" dirty="0">
                <a:latin typeface="+mj-ea"/>
                <a:ea typeface="+mj-ea"/>
              </a:rPr>
              <a:t>VDI(VirtualBox Disk</a:t>
            </a:r>
            <a:r>
              <a:rPr lang="ja-JP" altLang="en-US" sz="1400" dirty="0">
                <a:latin typeface="+mj-ea"/>
              </a:rPr>
              <a:t> </a:t>
            </a:r>
            <a:r>
              <a:rPr lang="en-US" altLang="ja-JP" sz="1400" dirty="0">
                <a:latin typeface="+mj-ea"/>
                <a:ea typeface="+mj-ea"/>
              </a:rPr>
              <a:t>Image)</a:t>
            </a:r>
          </a:p>
          <a:p>
            <a:pPr marL="400050" lvl="1" indent="0">
              <a:buNone/>
            </a:pPr>
            <a:r>
              <a:rPr lang="ja-JP" altLang="en-US" sz="1400" dirty="0">
                <a:latin typeface="+mj-ea"/>
                <a:ea typeface="+mj-ea"/>
              </a:rPr>
              <a:t>全サイズの事前割当：　チェック</a:t>
            </a:r>
            <a:r>
              <a:rPr lang="en-US" altLang="ja-JP" sz="1400" dirty="0">
                <a:latin typeface="+mj-ea"/>
                <a:ea typeface="+mj-ea"/>
              </a:rPr>
              <a:t>OFF</a:t>
            </a:r>
          </a:p>
          <a:p>
            <a:pPr marL="400050" lvl="1" indent="0">
              <a:buNone/>
            </a:pPr>
            <a:endParaRPr lang="en-US" altLang="ja-JP" sz="1400" dirty="0">
              <a:latin typeface="+mj-ea"/>
            </a:endParaRPr>
          </a:p>
          <a:p>
            <a:pPr marL="400050" lvl="1" indent="0">
              <a:buNone/>
            </a:pPr>
            <a:r>
              <a:rPr lang="ja-JP" altLang="en-US" sz="1400" dirty="0">
                <a:latin typeface="+mj-ea"/>
                <a:ea typeface="+mj-ea"/>
              </a:rPr>
              <a:t>内容確認し</a:t>
            </a:r>
            <a:r>
              <a:rPr lang="en-US" altLang="ja-JP" sz="1400" dirty="0">
                <a:latin typeface="+mj-ea"/>
                <a:ea typeface="+mj-ea"/>
              </a:rPr>
              <a:t>[</a:t>
            </a:r>
            <a:r>
              <a:rPr lang="ja-JP" altLang="en-US" sz="1400" dirty="0">
                <a:latin typeface="+mj-ea"/>
                <a:ea typeface="+mj-ea"/>
              </a:rPr>
              <a:t>完了</a:t>
            </a:r>
            <a:r>
              <a:rPr lang="en-US" altLang="ja-JP" sz="1400" dirty="0">
                <a:latin typeface="+mj-ea"/>
                <a:ea typeface="+mj-ea"/>
              </a:rPr>
              <a:t>]</a:t>
            </a:r>
            <a:r>
              <a:rPr lang="ja-JP" altLang="en-US" sz="1400" dirty="0">
                <a:latin typeface="+mj-ea"/>
                <a:ea typeface="+mj-ea"/>
              </a:rPr>
              <a:t>ボタンを押す</a:t>
            </a: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</p:txBody>
      </p:sp>
      <p:pic>
        <p:nvPicPr>
          <p:cNvPr id="12" name="図 11">
            <a:extLst>
              <a:ext uri="{FF2B5EF4-FFF2-40B4-BE49-F238E27FC236}">
                <a16:creationId xmlns:a16="http://schemas.microsoft.com/office/drawing/2014/main" id="{BCA0BFD6-2EEA-D0E4-3F32-691777A030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2041" y="1268760"/>
            <a:ext cx="3851212" cy="2638794"/>
          </a:xfrm>
          <a:prstGeom prst="rect">
            <a:avLst/>
          </a:prstGeom>
        </p:spPr>
      </p:pic>
      <p:sp>
        <p:nvSpPr>
          <p:cNvPr id="7" name="正方形/長方形 6"/>
          <p:cNvSpPr/>
          <p:nvPr/>
        </p:nvSpPr>
        <p:spPr>
          <a:xfrm>
            <a:off x="5650477" y="1762564"/>
            <a:ext cx="3141015" cy="80611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EDB75D58-1B32-8DF9-64EB-14377F20C4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3802" y="4092072"/>
            <a:ext cx="3867690" cy="2638794"/>
          </a:xfrm>
          <a:prstGeom prst="rect">
            <a:avLst/>
          </a:prstGeom>
        </p:spPr>
      </p:pic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6E7E75EA-031D-3AE8-3AEC-91C09D9BF55B}"/>
              </a:ext>
            </a:extLst>
          </p:cNvPr>
          <p:cNvSpPr/>
          <p:nvPr/>
        </p:nvSpPr>
        <p:spPr>
          <a:xfrm>
            <a:off x="5650477" y="4691814"/>
            <a:ext cx="3141015" cy="125746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42C0972-1FBD-028C-C9D0-EA3C21E58A81}"/>
              </a:ext>
            </a:extLst>
          </p:cNvPr>
          <p:cNvSpPr/>
          <p:nvPr/>
        </p:nvSpPr>
        <p:spPr>
          <a:xfrm>
            <a:off x="8028384" y="6549022"/>
            <a:ext cx="332703" cy="18184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119635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CB18D7-86A9-3D62-D0C0-27FEB29BDE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D0A10E8-9FED-502E-815B-CD2DA56C2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ja-JP" dirty="0"/>
              <a:t>2. Ubuntu</a:t>
            </a:r>
            <a:r>
              <a:rPr lang="ja-JP" altLang="en-US" dirty="0"/>
              <a:t>の導入</a:t>
            </a:r>
            <a:r>
              <a:rPr lang="en-US" altLang="ja-JP" dirty="0"/>
              <a:t>(</a:t>
            </a:r>
            <a:r>
              <a:rPr lang="en-US" altLang="ja-JP" dirty="0" err="1"/>
              <a:t>Vbox</a:t>
            </a:r>
            <a:r>
              <a:rPr lang="ja-JP" altLang="en-US" dirty="0"/>
              <a:t>設定</a:t>
            </a:r>
            <a:r>
              <a:rPr lang="en-US" altLang="ja-JP" dirty="0"/>
              <a:t>)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82897BB-426A-6F22-9D8C-8C58BACAE6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1168152"/>
            <a:ext cx="8208912" cy="5501208"/>
          </a:xfrm>
        </p:spPr>
        <p:txBody>
          <a:bodyPr>
            <a:noAutofit/>
          </a:bodyPr>
          <a:lstStyle/>
          <a:p>
            <a:pPr marL="0" lvl="1" indent="0">
              <a:buNone/>
            </a:pPr>
            <a:r>
              <a:rPr lang="en-US" altLang="ja-JP" sz="1400" dirty="0">
                <a:latin typeface="+mj-ea"/>
                <a:ea typeface="+mj-ea"/>
              </a:rPr>
              <a:t>2.</a:t>
            </a:r>
            <a:r>
              <a:rPr lang="en-US" altLang="ja-JP" sz="1400" dirty="0">
                <a:latin typeface="+mj-ea"/>
              </a:rPr>
              <a:t>7</a:t>
            </a:r>
            <a:r>
              <a:rPr lang="ja-JP" altLang="en-US" sz="1400" dirty="0">
                <a:latin typeface="+mj-ea"/>
                <a:ea typeface="+mj-ea"/>
              </a:rPr>
              <a:t>　仮想マシーンの設定調整</a:t>
            </a:r>
            <a:endParaRPr lang="en-US" altLang="ja-JP" sz="1400" dirty="0">
              <a:latin typeface="+mj-ea"/>
            </a:endParaRPr>
          </a:p>
          <a:p>
            <a:pPr marL="0" lvl="1" indent="0">
              <a:buNone/>
            </a:pPr>
            <a:r>
              <a:rPr lang="ja-JP" altLang="en-US" sz="1200" dirty="0">
                <a:latin typeface="+mj-ea"/>
                <a:ea typeface="+mj-ea"/>
              </a:rPr>
              <a:t>　　　左ペインで調整したい仮想環境を選ぶ</a:t>
            </a:r>
            <a:endParaRPr lang="en-US" altLang="ja-JP" sz="1200" dirty="0">
              <a:latin typeface="+mj-ea"/>
            </a:endParaRPr>
          </a:p>
          <a:p>
            <a:pPr marL="0" lvl="1" indent="0">
              <a:buNone/>
            </a:pPr>
            <a:r>
              <a:rPr lang="ja-JP" altLang="en-US" sz="1200" dirty="0">
                <a:latin typeface="+mj-ea"/>
                <a:ea typeface="+mj-ea"/>
              </a:rPr>
              <a:t>　　　上部、設定ボタンを押す</a:t>
            </a:r>
            <a:endParaRPr lang="en-US" altLang="ja-JP" sz="1200" dirty="0">
              <a:latin typeface="+mj-ea"/>
              <a:ea typeface="+mj-ea"/>
            </a:endParaRPr>
          </a:p>
          <a:p>
            <a:pPr marL="542925" lvl="1" indent="-142875">
              <a:buNone/>
            </a:pPr>
            <a:endParaRPr lang="en-US" altLang="ja-JP" sz="1400" dirty="0">
              <a:latin typeface="+mj-ea"/>
            </a:endParaRPr>
          </a:p>
          <a:p>
            <a:pPr marL="542925" lvl="1" indent="-142875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542925" lvl="1" indent="-142875">
              <a:buNone/>
            </a:pPr>
            <a:endParaRPr lang="en-US" altLang="ja-JP" sz="1400" dirty="0">
              <a:latin typeface="+mj-ea"/>
            </a:endParaRPr>
          </a:p>
          <a:p>
            <a:pPr marL="542925" lvl="1" indent="-142875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0" lvl="1" indent="0">
              <a:buNone/>
            </a:pPr>
            <a:r>
              <a:rPr lang="en-US" altLang="ja-JP" sz="1400" dirty="0">
                <a:latin typeface="+mj-ea"/>
                <a:ea typeface="+mj-ea"/>
              </a:rPr>
              <a:t>2.8</a:t>
            </a:r>
            <a:r>
              <a:rPr lang="ja-JP" altLang="en-US" sz="1400" dirty="0">
                <a:latin typeface="+mj-ea"/>
              </a:rPr>
              <a:t>　仮想マシーンの設定調整</a:t>
            </a:r>
            <a:endParaRPr lang="en-US" altLang="ja-JP" sz="1400" dirty="0">
              <a:latin typeface="+mj-ea"/>
            </a:endParaRPr>
          </a:p>
          <a:p>
            <a:pPr marL="0" lvl="1" indent="0">
              <a:buNone/>
            </a:pPr>
            <a:r>
              <a:rPr lang="ja-JP" altLang="en-US" sz="1400" dirty="0">
                <a:latin typeface="+mj-ea"/>
                <a:ea typeface="+mj-ea"/>
              </a:rPr>
              <a:t>　　　設定画面上方の「</a:t>
            </a:r>
            <a:r>
              <a:rPr lang="en-US" altLang="ja-JP" sz="1400" dirty="0">
                <a:latin typeface="+mj-ea"/>
                <a:ea typeface="+mj-ea"/>
              </a:rPr>
              <a:t>Expert</a:t>
            </a:r>
            <a:r>
              <a:rPr lang="ja-JP" altLang="en-US" sz="1400" dirty="0">
                <a:latin typeface="+mj-ea"/>
                <a:ea typeface="+mj-ea"/>
              </a:rPr>
              <a:t>」モード選択　</a:t>
            </a:r>
            <a:endParaRPr lang="en-US" altLang="ja-JP" sz="1400" dirty="0">
              <a:latin typeface="+mj-ea"/>
              <a:ea typeface="+mj-ea"/>
            </a:endParaRPr>
          </a:p>
          <a:p>
            <a:pPr marL="542925" lvl="1" indent="-142875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DE65B108-F88E-DF9E-BC6E-9B54643478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0112" y="1170796"/>
            <a:ext cx="2940294" cy="2450245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473F9FB1-B1A4-2837-7D20-120A9F56C444}"/>
              </a:ext>
            </a:extLst>
          </p:cNvPr>
          <p:cNvSpPr/>
          <p:nvPr/>
        </p:nvSpPr>
        <p:spPr>
          <a:xfrm>
            <a:off x="6588224" y="1268760"/>
            <a:ext cx="289675" cy="24935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0273700E-76D3-62DC-7BD1-76F6D9D2C499}"/>
              </a:ext>
            </a:extLst>
          </p:cNvPr>
          <p:cNvSpPr/>
          <p:nvPr/>
        </p:nvSpPr>
        <p:spPr>
          <a:xfrm>
            <a:off x="5580112" y="2426614"/>
            <a:ext cx="720080" cy="24935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A31F3950-12FD-0150-53F3-1AF0FC89C3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1936" y="3918756"/>
            <a:ext cx="2651925" cy="2817063"/>
          </a:xfrm>
          <a:prstGeom prst="rect">
            <a:avLst/>
          </a:prstGeom>
        </p:spPr>
      </p:pic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45DB721E-F3AA-4222-3B72-DD8964D44E77}"/>
              </a:ext>
            </a:extLst>
          </p:cNvPr>
          <p:cNvSpPr/>
          <p:nvPr/>
        </p:nvSpPr>
        <p:spPr>
          <a:xfrm>
            <a:off x="5796136" y="4011950"/>
            <a:ext cx="432048" cy="18245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02231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ja-JP" dirty="0"/>
              <a:t>2. Ubuntu</a:t>
            </a:r>
            <a:r>
              <a:rPr lang="ja-JP" altLang="en-US" dirty="0"/>
              <a:t>の導入</a:t>
            </a:r>
            <a:r>
              <a:rPr lang="en-US" altLang="ja-JP" dirty="0"/>
              <a:t>(</a:t>
            </a:r>
            <a:r>
              <a:rPr lang="en-US" altLang="ja-JP" dirty="0" err="1"/>
              <a:t>Vbox</a:t>
            </a:r>
            <a:r>
              <a:rPr lang="ja-JP" altLang="en-US" dirty="0"/>
              <a:t>設定</a:t>
            </a:r>
            <a:r>
              <a:rPr lang="en-US" altLang="ja-JP" dirty="0"/>
              <a:t>)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95536" y="1168152"/>
            <a:ext cx="8208912" cy="550120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ja-JP" sz="1400" dirty="0">
                <a:latin typeface="+mj-ea"/>
                <a:ea typeface="+mj-ea"/>
              </a:rPr>
              <a:t>2.9</a:t>
            </a:r>
            <a:r>
              <a:rPr lang="ja-JP" altLang="en-US" sz="1400" dirty="0">
                <a:latin typeface="+mj-ea"/>
                <a:ea typeface="+mj-ea"/>
              </a:rPr>
              <a:t>　</a:t>
            </a:r>
            <a:r>
              <a:rPr lang="ja-JP" altLang="en-US" sz="1400" dirty="0">
                <a:latin typeface="+mj-ea"/>
              </a:rPr>
              <a:t>仮想マシーンの設定調整</a:t>
            </a:r>
            <a:endParaRPr lang="en-US" altLang="ja-JP" sz="1400" dirty="0">
              <a:latin typeface="+mj-ea"/>
              <a:ea typeface="+mj-ea"/>
            </a:endParaRPr>
          </a:p>
          <a:p>
            <a:pPr marL="0" indent="0">
              <a:buNone/>
            </a:pPr>
            <a:r>
              <a:rPr lang="ja-JP" altLang="en-US" sz="1400" dirty="0">
                <a:latin typeface="+mj-ea"/>
                <a:ea typeface="+mj-ea"/>
              </a:rPr>
              <a:t>　　　一般 </a:t>
            </a:r>
            <a:r>
              <a:rPr lang="en-US" altLang="ja-JP" sz="1400" dirty="0">
                <a:latin typeface="+mj-ea"/>
                <a:ea typeface="+mj-ea"/>
              </a:rPr>
              <a:t>-&gt; </a:t>
            </a:r>
            <a:r>
              <a:rPr lang="ja-JP" altLang="en-US" sz="1400" dirty="0">
                <a:latin typeface="+mj-ea"/>
                <a:ea typeface="+mj-ea"/>
              </a:rPr>
              <a:t>高度を選択</a:t>
            </a:r>
            <a:endParaRPr lang="en-US" altLang="ja-JP" sz="1400" dirty="0">
              <a:latin typeface="+mj-ea"/>
              <a:ea typeface="+mj-ea"/>
            </a:endParaRPr>
          </a:p>
          <a:p>
            <a:pPr marL="0" indent="0">
              <a:buNone/>
            </a:pPr>
            <a:r>
              <a:rPr lang="ja-JP" altLang="en-US" sz="1400" dirty="0">
                <a:latin typeface="+mj-ea"/>
              </a:rPr>
              <a:t>　　　スナップショット保存先：　デフォルト</a:t>
            </a:r>
            <a:endParaRPr lang="en-US" altLang="ja-JP" sz="1400" dirty="0">
              <a:latin typeface="+mj-ea"/>
            </a:endParaRPr>
          </a:p>
          <a:p>
            <a:pPr marL="0" indent="0">
              <a:buNone/>
            </a:pPr>
            <a:r>
              <a:rPr lang="ja-JP" altLang="en-US" sz="1400" dirty="0">
                <a:latin typeface="+mj-ea"/>
              </a:rPr>
              <a:t>　　　クリップボードの共有：　双方向</a:t>
            </a:r>
            <a:endParaRPr lang="en-US" altLang="ja-JP" sz="1400" dirty="0">
              <a:latin typeface="+mj-ea"/>
            </a:endParaRPr>
          </a:p>
          <a:p>
            <a:pPr marL="0" indent="0">
              <a:buNone/>
            </a:pPr>
            <a:r>
              <a:rPr lang="ja-JP" altLang="en-US" sz="1400" dirty="0">
                <a:latin typeface="+mj-ea"/>
              </a:rPr>
              <a:t>　　　ドラッグ</a:t>
            </a:r>
            <a:r>
              <a:rPr lang="en-US" altLang="ja-JP" sz="1400" dirty="0">
                <a:latin typeface="+mj-ea"/>
              </a:rPr>
              <a:t>&amp;</a:t>
            </a:r>
            <a:r>
              <a:rPr lang="ja-JP" altLang="en-US" sz="1400" dirty="0">
                <a:latin typeface="+mj-ea"/>
              </a:rPr>
              <a:t>ドロップ：　　無効</a:t>
            </a:r>
            <a:endParaRPr lang="en-US" altLang="ja-JP" sz="1400" dirty="0">
              <a:latin typeface="+mj-ea"/>
            </a:endParaRPr>
          </a:p>
          <a:p>
            <a:pPr marL="0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0" indent="0">
              <a:buNone/>
            </a:pPr>
            <a:r>
              <a:rPr lang="en-US" altLang="ja-JP" sz="1400" dirty="0">
                <a:latin typeface="+mj-ea"/>
              </a:rPr>
              <a:t>2</a:t>
            </a:r>
            <a:r>
              <a:rPr lang="en-US" altLang="ja-JP" sz="1400" dirty="0">
                <a:latin typeface="+mj-ea"/>
                <a:ea typeface="+mj-ea"/>
              </a:rPr>
              <a:t>.10</a:t>
            </a:r>
            <a:r>
              <a:rPr lang="ja-JP" altLang="en-US" sz="1400" dirty="0">
                <a:latin typeface="+mj-ea"/>
              </a:rPr>
              <a:t>　仮想マシーンの設定調整</a:t>
            </a:r>
            <a:endParaRPr lang="en-US" altLang="ja-JP" sz="1400" dirty="0">
              <a:latin typeface="+mj-ea"/>
              <a:ea typeface="+mj-ea"/>
            </a:endParaRPr>
          </a:p>
          <a:p>
            <a:pPr marL="0" indent="0">
              <a:buNone/>
            </a:pPr>
            <a:r>
              <a:rPr lang="ja-JP" altLang="en-US" sz="1400" dirty="0">
                <a:latin typeface="+mj-ea"/>
                <a:ea typeface="+mj-ea"/>
              </a:rPr>
              <a:t>　　　ネットワーク </a:t>
            </a:r>
            <a:r>
              <a:rPr lang="en-US" altLang="ja-JP" sz="1400" dirty="0">
                <a:latin typeface="+mj-ea"/>
                <a:ea typeface="+mj-ea"/>
              </a:rPr>
              <a:t>-&gt; </a:t>
            </a:r>
            <a:r>
              <a:rPr lang="ja-JP" altLang="en-US" sz="1400" dirty="0">
                <a:latin typeface="+mj-ea"/>
                <a:ea typeface="+mj-ea"/>
              </a:rPr>
              <a:t>アダプター</a:t>
            </a:r>
            <a:r>
              <a:rPr lang="en-US" altLang="ja-JP" sz="1400" dirty="0">
                <a:latin typeface="+mj-ea"/>
                <a:ea typeface="+mj-ea"/>
              </a:rPr>
              <a:t>1</a:t>
            </a:r>
          </a:p>
          <a:p>
            <a:pPr marL="0" indent="0">
              <a:buNone/>
            </a:pPr>
            <a:r>
              <a:rPr lang="ja-JP" altLang="en-US" sz="1400" dirty="0">
                <a:latin typeface="+mj-ea"/>
                <a:ea typeface="+mj-ea"/>
              </a:rPr>
              <a:t>　　　ネットワークアダプターを有効：チェック</a:t>
            </a:r>
            <a:r>
              <a:rPr lang="en-US" altLang="ja-JP" sz="1400" dirty="0">
                <a:latin typeface="+mj-ea"/>
                <a:ea typeface="+mj-ea"/>
              </a:rPr>
              <a:t>ON</a:t>
            </a:r>
          </a:p>
          <a:p>
            <a:pPr marL="0" indent="0">
              <a:buNone/>
            </a:pPr>
            <a:r>
              <a:rPr lang="en-US" altLang="ja-JP" sz="1400" dirty="0">
                <a:latin typeface="+mj-ea"/>
              </a:rPr>
              <a:t>         </a:t>
            </a:r>
            <a:r>
              <a:rPr lang="ja-JP" altLang="en-US" sz="1400" dirty="0">
                <a:latin typeface="+mj-ea"/>
              </a:rPr>
              <a:t>割り当て：　</a:t>
            </a:r>
            <a:r>
              <a:rPr lang="en-US" altLang="ja-JP" sz="1400" dirty="0">
                <a:latin typeface="+mj-ea"/>
              </a:rPr>
              <a:t>NAT</a:t>
            </a:r>
            <a:r>
              <a:rPr lang="ja-JP" altLang="en-US" sz="1400" dirty="0">
                <a:latin typeface="+mj-ea"/>
              </a:rPr>
              <a:t>ネットワーク</a:t>
            </a:r>
            <a:endParaRPr lang="en-US" altLang="ja-JP" sz="1400" dirty="0">
              <a:latin typeface="+mj-ea"/>
            </a:endParaRPr>
          </a:p>
          <a:p>
            <a:pPr marL="0" indent="0">
              <a:buNone/>
            </a:pPr>
            <a:r>
              <a:rPr lang="ja-JP" altLang="en-US" sz="1400" dirty="0">
                <a:latin typeface="+mj-ea"/>
                <a:ea typeface="+mj-ea"/>
              </a:rPr>
              <a:t>　　　名前：　　　</a:t>
            </a:r>
            <a:r>
              <a:rPr lang="en-US" altLang="ja-JP" sz="1400" dirty="0">
                <a:latin typeface="+mj-ea"/>
                <a:ea typeface="+mj-ea"/>
              </a:rPr>
              <a:t>[</a:t>
            </a:r>
            <a:r>
              <a:rPr lang="ja-JP" altLang="en-US" sz="1400" dirty="0">
                <a:latin typeface="+mj-ea"/>
                <a:ea typeface="+mj-ea"/>
              </a:rPr>
              <a:t>デフォルト</a:t>
            </a:r>
            <a:r>
              <a:rPr lang="en-US" altLang="ja-JP" sz="1400" dirty="0">
                <a:latin typeface="+mj-ea"/>
                <a:ea typeface="+mj-ea"/>
              </a:rPr>
              <a:t>]</a:t>
            </a:r>
            <a:r>
              <a:rPr lang="ja-JP" altLang="en-US" sz="1400" dirty="0">
                <a:latin typeface="+mj-ea"/>
                <a:ea typeface="+mj-ea"/>
              </a:rPr>
              <a:t>　</a:t>
            </a:r>
            <a:r>
              <a:rPr lang="en-US" altLang="ja-JP" sz="1400" dirty="0" err="1">
                <a:latin typeface="+mj-ea"/>
                <a:ea typeface="+mj-ea"/>
              </a:rPr>
              <a:t>NatNetwork</a:t>
            </a:r>
            <a:endParaRPr lang="en-US" altLang="ja-JP" sz="1400" dirty="0">
              <a:latin typeface="+mj-ea"/>
              <a:ea typeface="+mj-ea"/>
            </a:endParaRPr>
          </a:p>
          <a:p>
            <a:pPr marL="0" indent="0">
              <a:buNone/>
            </a:pPr>
            <a:r>
              <a:rPr lang="ja-JP" altLang="en-US" sz="1400" dirty="0">
                <a:latin typeface="+mj-ea"/>
                <a:ea typeface="+mj-ea"/>
              </a:rPr>
              <a:t>　　　アダプター：</a:t>
            </a:r>
            <a:r>
              <a:rPr lang="en-US" altLang="ja-JP" sz="1400" dirty="0">
                <a:latin typeface="+mj-ea"/>
                <a:ea typeface="+mj-ea"/>
              </a:rPr>
              <a:t>[</a:t>
            </a:r>
            <a:r>
              <a:rPr lang="ja-JP" altLang="en-US" sz="1400" dirty="0">
                <a:latin typeface="+mj-ea"/>
                <a:ea typeface="+mj-ea"/>
              </a:rPr>
              <a:t>デフォルト</a:t>
            </a:r>
            <a:r>
              <a:rPr lang="en-US" altLang="ja-JP" sz="1400" dirty="0">
                <a:latin typeface="+mj-ea"/>
                <a:ea typeface="+mj-ea"/>
              </a:rPr>
              <a:t>]</a:t>
            </a:r>
          </a:p>
          <a:p>
            <a:pPr marL="0" indent="0">
              <a:buNone/>
            </a:pPr>
            <a:r>
              <a:rPr lang="ja-JP" altLang="en-US" sz="1400" dirty="0">
                <a:latin typeface="+mj-ea"/>
                <a:ea typeface="+mj-ea"/>
              </a:rPr>
              <a:t>　　　プロミスキャスモード：すべて許可</a:t>
            </a:r>
            <a:endParaRPr lang="en-US" altLang="ja-JP" sz="1400" dirty="0">
              <a:latin typeface="+mj-ea"/>
              <a:ea typeface="+mj-ea"/>
            </a:endParaRPr>
          </a:p>
          <a:p>
            <a:pPr marL="0" indent="0">
              <a:buNone/>
            </a:pPr>
            <a:r>
              <a:rPr lang="ja-JP" altLang="en-US" sz="1400" dirty="0">
                <a:latin typeface="+mj-ea"/>
                <a:ea typeface="+mj-ea"/>
              </a:rPr>
              <a:t>　　　</a:t>
            </a:r>
            <a:r>
              <a:rPr lang="en-US" altLang="ja-JP" sz="1400" dirty="0">
                <a:latin typeface="+mj-ea"/>
                <a:ea typeface="+mj-ea"/>
              </a:rPr>
              <a:t>MAC</a:t>
            </a:r>
            <a:r>
              <a:rPr lang="ja-JP" altLang="en-US" sz="1400" dirty="0">
                <a:latin typeface="+mj-ea"/>
                <a:ea typeface="+mj-ea"/>
              </a:rPr>
              <a:t>アドレス：</a:t>
            </a:r>
            <a:r>
              <a:rPr lang="en-US" altLang="ja-JP" sz="1400" dirty="0">
                <a:latin typeface="+mj-ea"/>
                <a:ea typeface="+mj-ea"/>
              </a:rPr>
              <a:t>[</a:t>
            </a:r>
            <a:r>
              <a:rPr lang="ja-JP" altLang="en-US" sz="1400" dirty="0">
                <a:latin typeface="+mj-ea"/>
                <a:ea typeface="+mj-ea"/>
              </a:rPr>
              <a:t>デフォルト</a:t>
            </a:r>
            <a:r>
              <a:rPr lang="en-US" altLang="ja-JP" sz="1400" dirty="0">
                <a:latin typeface="+mj-ea"/>
                <a:ea typeface="+mj-ea"/>
              </a:rPr>
              <a:t>]</a:t>
            </a:r>
          </a:p>
          <a:p>
            <a:pPr marL="0" indent="0">
              <a:buNone/>
            </a:pPr>
            <a:r>
              <a:rPr lang="ja-JP" altLang="en-US" sz="1400" dirty="0">
                <a:latin typeface="+mj-ea"/>
                <a:ea typeface="+mj-ea"/>
              </a:rPr>
              <a:t>　　　ケーブル接続：チェック</a:t>
            </a:r>
            <a:r>
              <a:rPr lang="en-US" altLang="ja-JP" sz="1400" dirty="0">
                <a:latin typeface="+mj-ea"/>
                <a:ea typeface="+mj-ea"/>
              </a:rPr>
              <a:t>ON</a:t>
            </a:r>
          </a:p>
          <a:p>
            <a:pPr marL="542925" lvl="1" indent="-142875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36214531-88E1-65E3-70AF-4BB59B17CC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2258" y="1393437"/>
            <a:ext cx="4034238" cy="2348801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FE346F67-B456-6F8A-37DF-27541014C5C6}"/>
              </a:ext>
            </a:extLst>
          </p:cNvPr>
          <p:cNvSpPr/>
          <p:nvPr/>
        </p:nvSpPr>
        <p:spPr>
          <a:xfrm>
            <a:off x="6482860" y="1861485"/>
            <a:ext cx="289675" cy="22528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pic>
        <p:nvPicPr>
          <p:cNvPr id="16" name="図 15">
            <a:extLst>
              <a:ext uri="{FF2B5EF4-FFF2-40B4-BE49-F238E27FC236}">
                <a16:creationId xmlns:a16="http://schemas.microsoft.com/office/drawing/2014/main" id="{4E6056B4-A8B8-87BB-5F61-644FCF78C8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2258" y="4093883"/>
            <a:ext cx="4040524" cy="2348800"/>
          </a:xfrm>
          <a:prstGeom prst="rect">
            <a:avLst/>
          </a:prstGeom>
        </p:spPr>
      </p:pic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8C574D81-CFD7-F56B-B9D9-05110019538B}"/>
              </a:ext>
            </a:extLst>
          </p:cNvPr>
          <p:cNvSpPr/>
          <p:nvPr/>
        </p:nvSpPr>
        <p:spPr>
          <a:xfrm>
            <a:off x="6193185" y="4581129"/>
            <a:ext cx="289675" cy="14401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23DD93A9-3C85-8E80-6444-4039A6B364BD}"/>
              </a:ext>
            </a:extLst>
          </p:cNvPr>
          <p:cNvSpPr/>
          <p:nvPr/>
        </p:nvSpPr>
        <p:spPr>
          <a:xfrm>
            <a:off x="6874539" y="2204893"/>
            <a:ext cx="793805" cy="14398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D05A5119-6DE4-07B8-D4CF-346029861F56}"/>
              </a:ext>
            </a:extLst>
          </p:cNvPr>
          <p:cNvSpPr/>
          <p:nvPr/>
        </p:nvSpPr>
        <p:spPr>
          <a:xfrm>
            <a:off x="6193184" y="4725145"/>
            <a:ext cx="2771304" cy="100811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2767378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A80B67-7F39-BF7D-2ED0-8578662BDE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E1E157B-5589-4261-DEC0-F2CE41029E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ja-JP" dirty="0"/>
              <a:t>2. Ubuntu</a:t>
            </a:r>
            <a:r>
              <a:rPr lang="ja-JP" altLang="en-US" dirty="0"/>
              <a:t>の導入</a:t>
            </a:r>
            <a:r>
              <a:rPr lang="en-US" altLang="ja-JP" dirty="0"/>
              <a:t>(</a:t>
            </a:r>
            <a:r>
              <a:rPr lang="en-US" altLang="ja-JP" dirty="0" err="1"/>
              <a:t>Vbox</a:t>
            </a:r>
            <a:r>
              <a:rPr lang="ja-JP" altLang="en-US" dirty="0"/>
              <a:t>設定</a:t>
            </a:r>
            <a:r>
              <a:rPr lang="en-US" altLang="ja-JP" dirty="0"/>
              <a:t>)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1D9F2E9-6C24-2FFA-9551-1660A87F5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1168152"/>
            <a:ext cx="8208912" cy="550120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ja-JP" sz="1400" dirty="0">
                <a:latin typeface="+mj-ea"/>
                <a:ea typeface="+mj-ea"/>
              </a:rPr>
              <a:t>2.11</a:t>
            </a:r>
            <a:r>
              <a:rPr lang="ja-JP" altLang="en-US" sz="1400" dirty="0">
                <a:latin typeface="+mj-ea"/>
                <a:ea typeface="+mj-ea"/>
              </a:rPr>
              <a:t>　</a:t>
            </a:r>
            <a:r>
              <a:rPr lang="ja-JP" altLang="en-US" sz="1400" dirty="0">
                <a:latin typeface="+mj-ea"/>
              </a:rPr>
              <a:t>仮想マシーンの設定調整</a:t>
            </a:r>
            <a:endParaRPr lang="en-US" altLang="ja-JP" sz="1400" dirty="0">
              <a:latin typeface="+mj-ea"/>
            </a:endParaRPr>
          </a:p>
          <a:p>
            <a:pPr marL="542925" lvl="1" indent="-142875">
              <a:buNone/>
            </a:pPr>
            <a:r>
              <a:rPr lang="ja-JP" altLang="en-US" sz="1400" dirty="0">
                <a:latin typeface="+mj-ea"/>
                <a:ea typeface="+mj-ea"/>
              </a:rPr>
              <a:t>　　　共有フォルダー ＋ 追加 ボタンを押す</a:t>
            </a:r>
            <a:endParaRPr lang="en-US" altLang="ja-JP" sz="1400" dirty="0">
              <a:latin typeface="+mj-ea"/>
              <a:ea typeface="+mj-ea"/>
            </a:endParaRPr>
          </a:p>
          <a:p>
            <a:pPr marL="542925" lvl="1" indent="-142875">
              <a:buNone/>
            </a:pPr>
            <a:r>
              <a:rPr lang="ja-JP" altLang="en-US" sz="1400" dirty="0">
                <a:latin typeface="+mj-ea"/>
                <a:ea typeface="+mj-ea"/>
              </a:rPr>
              <a:t>　　　フォルダーバス：ローカル</a:t>
            </a:r>
            <a:r>
              <a:rPr lang="en-US" altLang="ja-JP" sz="1400" dirty="0">
                <a:latin typeface="+mj-ea"/>
                <a:ea typeface="+mj-ea"/>
              </a:rPr>
              <a:t>PC</a:t>
            </a:r>
            <a:r>
              <a:rPr lang="ja-JP" altLang="en-US" sz="1400" dirty="0">
                <a:latin typeface="+mj-ea"/>
                <a:ea typeface="+mj-ea"/>
              </a:rPr>
              <a:t>の任意のフォルダー</a:t>
            </a:r>
            <a:endParaRPr lang="en-US" altLang="ja-JP" sz="1400" dirty="0">
              <a:latin typeface="+mj-ea"/>
              <a:ea typeface="+mj-ea"/>
            </a:endParaRPr>
          </a:p>
          <a:p>
            <a:pPr marL="542925" lvl="1" indent="-142875">
              <a:buNone/>
            </a:pPr>
            <a:r>
              <a:rPr lang="ja-JP" altLang="en-US" sz="1400" dirty="0">
                <a:latin typeface="+mj-ea"/>
                <a:ea typeface="+mj-ea"/>
              </a:rPr>
              <a:t>　　　フォルダー名：</a:t>
            </a:r>
            <a:r>
              <a:rPr lang="en-US" altLang="ja-JP" sz="1400" dirty="0">
                <a:latin typeface="+mj-ea"/>
                <a:ea typeface="+mj-ea"/>
              </a:rPr>
              <a:t>		[</a:t>
            </a:r>
            <a:r>
              <a:rPr lang="ja-JP" altLang="en-US" sz="1400" dirty="0">
                <a:latin typeface="+mj-ea"/>
                <a:ea typeface="+mj-ea"/>
              </a:rPr>
              <a:t>任意</a:t>
            </a:r>
            <a:r>
              <a:rPr lang="en-US" altLang="ja-JP" sz="1400" dirty="0">
                <a:latin typeface="+mj-ea"/>
                <a:ea typeface="+mj-ea"/>
              </a:rPr>
              <a:t>]</a:t>
            </a:r>
            <a:r>
              <a:rPr lang="en-US" altLang="ja-JP" sz="1400" dirty="0">
                <a:latin typeface="+mj-ea"/>
              </a:rPr>
              <a:t>	</a:t>
            </a:r>
            <a:r>
              <a:rPr lang="en-US" altLang="ja-JP" sz="1400" dirty="0">
                <a:latin typeface="+mj-ea"/>
                <a:ea typeface="+mj-ea"/>
              </a:rPr>
              <a:t>work</a:t>
            </a:r>
          </a:p>
          <a:p>
            <a:pPr marL="542925" lvl="1" indent="-142875">
              <a:buNone/>
            </a:pPr>
            <a:r>
              <a:rPr lang="ja-JP" altLang="en-US" sz="1400" dirty="0">
                <a:latin typeface="+mj-ea"/>
              </a:rPr>
              <a:t>　　　マウントポイント：</a:t>
            </a:r>
            <a:r>
              <a:rPr lang="en-US" altLang="ja-JP" sz="1400" dirty="0">
                <a:latin typeface="+mj-ea"/>
              </a:rPr>
              <a:t>	[</a:t>
            </a:r>
            <a:r>
              <a:rPr lang="ja-JP" altLang="en-US" sz="1400" dirty="0">
                <a:latin typeface="+mj-ea"/>
              </a:rPr>
              <a:t>任意</a:t>
            </a:r>
            <a:r>
              <a:rPr lang="en-US" altLang="ja-JP" sz="1400" dirty="0">
                <a:latin typeface="+mj-ea"/>
              </a:rPr>
              <a:t>]	work </a:t>
            </a:r>
          </a:p>
          <a:p>
            <a:pPr marL="542925" lvl="1" indent="-142875">
              <a:buNone/>
            </a:pPr>
            <a:r>
              <a:rPr lang="ja-JP" altLang="en-US" sz="1400" dirty="0">
                <a:latin typeface="+mj-ea"/>
              </a:rPr>
              <a:t>　　　自動マウント：　チェック</a:t>
            </a:r>
            <a:r>
              <a:rPr lang="en-US" altLang="ja-JP" sz="1400" dirty="0">
                <a:latin typeface="+mj-ea"/>
              </a:rPr>
              <a:t>ON</a:t>
            </a:r>
            <a:endParaRPr lang="en-US" altLang="ja-JP" sz="1400" dirty="0">
              <a:latin typeface="+mj-ea"/>
              <a:ea typeface="+mj-ea"/>
            </a:endParaRPr>
          </a:p>
          <a:p>
            <a:pPr marL="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0" lvl="1" indent="0">
              <a:buNone/>
            </a:pPr>
            <a:endParaRPr lang="en-US" altLang="ja-JP" sz="1400" dirty="0">
              <a:latin typeface="+mj-ea"/>
            </a:endParaRPr>
          </a:p>
          <a:p>
            <a:pPr marL="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0" lvl="1" indent="0">
              <a:buNone/>
            </a:pPr>
            <a:r>
              <a:rPr lang="en-US" altLang="ja-JP" sz="1400" dirty="0">
                <a:latin typeface="+mj-ea"/>
                <a:ea typeface="+mj-ea"/>
              </a:rPr>
              <a:t>2.12</a:t>
            </a:r>
            <a:r>
              <a:rPr lang="ja-JP" altLang="en-US" sz="1400" i="1" dirty="0">
                <a:latin typeface="+mj-ea"/>
                <a:ea typeface="+mj-ea"/>
              </a:rPr>
              <a:t>　</a:t>
            </a:r>
            <a:r>
              <a:rPr lang="ja-JP" altLang="en-US" sz="1400" dirty="0">
                <a:latin typeface="+mj-ea"/>
              </a:rPr>
              <a:t>仮想マシーンの設定調整　完了</a:t>
            </a:r>
            <a:endParaRPr lang="en-US" altLang="ja-JP" sz="1400" dirty="0">
              <a:latin typeface="+mj-ea"/>
            </a:endParaRPr>
          </a:p>
          <a:p>
            <a:pPr marL="0" lvl="1" indent="0">
              <a:buNone/>
            </a:pPr>
            <a:endParaRPr lang="en-US" altLang="ja-JP" sz="1400" dirty="0">
              <a:latin typeface="+mj-ea"/>
            </a:endParaRPr>
          </a:p>
          <a:p>
            <a:pPr marL="0" lvl="1" indent="0">
              <a:buNone/>
            </a:pPr>
            <a:r>
              <a:rPr lang="ja-JP" altLang="en-US" sz="1400" dirty="0">
                <a:latin typeface="+mj-ea"/>
              </a:rPr>
              <a:t>　　　　設定画面下の</a:t>
            </a:r>
            <a:r>
              <a:rPr lang="en-US" altLang="ja-JP" sz="1400" dirty="0">
                <a:latin typeface="+mj-ea"/>
              </a:rPr>
              <a:t>[OK]</a:t>
            </a:r>
            <a:r>
              <a:rPr lang="ja-JP" altLang="en-US" sz="1400" dirty="0">
                <a:latin typeface="+mj-ea"/>
              </a:rPr>
              <a:t>ボタンを押す</a:t>
            </a:r>
            <a:endParaRPr lang="en-US" altLang="ja-JP" sz="1400" dirty="0">
              <a:latin typeface="+mj-ea"/>
            </a:endParaRPr>
          </a:p>
          <a:p>
            <a:pPr marL="0" lvl="1" indent="0">
              <a:buNone/>
            </a:pPr>
            <a:endParaRPr lang="en-US" altLang="ja-JP" sz="1400" i="1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8F6BBF35-2A5D-61B6-7BB7-7D84097632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0192" y="3234031"/>
            <a:ext cx="1944216" cy="1406316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5987140F-3E39-7F1B-01C6-2216B6CEA4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4128" y="1263595"/>
            <a:ext cx="3174644" cy="1839982"/>
          </a:xfrm>
          <a:prstGeom prst="rect">
            <a:avLst/>
          </a:prstGeom>
        </p:spPr>
      </p:pic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E979B65C-4D75-F0C6-4F2E-1084FD5D5E3B}"/>
              </a:ext>
            </a:extLst>
          </p:cNvPr>
          <p:cNvSpPr/>
          <p:nvPr/>
        </p:nvSpPr>
        <p:spPr>
          <a:xfrm>
            <a:off x="8686223" y="1628800"/>
            <a:ext cx="212550" cy="14401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pic>
        <p:nvPicPr>
          <p:cNvPr id="11" name="図 10">
            <a:extLst>
              <a:ext uri="{FF2B5EF4-FFF2-40B4-BE49-F238E27FC236}">
                <a16:creationId xmlns:a16="http://schemas.microsoft.com/office/drawing/2014/main" id="{7A240F4B-444A-FB6B-2F66-BCE3F9D28F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2254" y="4753615"/>
            <a:ext cx="2482154" cy="2060848"/>
          </a:xfrm>
          <a:prstGeom prst="rect">
            <a:avLst/>
          </a:prstGeom>
        </p:spPr>
      </p:pic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4BC4C8AD-D0A2-C7C2-AB89-16C68E21C214}"/>
              </a:ext>
            </a:extLst>
          </p:cNvPr>
          <p:cNvSpPr/>
          <p:nvPr/>
        </p:nvSpPr>
        <p:spPr>
          <a:xfrm>
            <a:off x="6300192" y="3234139"/>
            <a:ext cx="1944216" cy="140620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8726132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715434"/>
          </a:xfrm>
        </p:spPr>
        <p:txBody>
          <a:bodyPr>
            <a:normAutofit fontScale="90000"/>
          </a:bodyPr>
          <a:lstStyle/>
          <a:p>
            <a:r>
              <a:rPr lang="en-US" altLang="ja-JP" dirty="0"/>
              <a:t>3. Ubuntu</a:t>
            </a:r>
            <a:r>
              <a:rPr lang="ja-JP" altLang="en-US" dirty="0"/>
              <a:t>の導入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95536" y="1168152"/>
            <a:ext cx="8208912" cy="550120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ja-JP" sz="1400" dirty="0">
                <a:latin typeface="+mj-ea"/>
              </a:rPr>
              <a:t>3</a:t>
            </a:r>
            <a:r>
              <a:rPr lang="en-US" altLang="ja-JP" sz="1400" dirty="0">
                <a:latin typeface="+mj-ea"/>
                <a:ea typeface="+mj-ea"/>
              </a:rPr>
              <a:t>.1</a:t>
            </a:r>
            <a:r>
              <a:rPr lang="ja-JP" altLang="en-US" sz="1400" dirty="0">
                <a:latin typeface="+mj-ea"/>
                <a:ea typeface="+mj-ea"/>
              </a:rPr>
              <a:t>　</a:t>
            </a:r>
            <a:r>
              <a:rPr lang="en-US" altLang="ja-JP" sz="1400" dirty="0">
                <a:latin typeface="+mj-ea"/>
                <a:ea typeface="+mj-ea"/>
              </a:rPr>
              <a:t>VirtualBox</a:t>
            </a:r>
            <a:r>
              <a:rPr lang="ja-JP" altLang="en-US" sz="1400" dirty="0">
                <a:latin typeface="+mj-ea"/>
                <a:ea typeface="+mj-ea"/>
              </a:rPr>
              <a:t>上の仮想マシーンの起動</a:t>
            </a:r>
            <a:endParaRPr lang="en-US" altLang="ja-JP" sz="1400" dirty="0">
              <a:latin typeface="+mj-ea"/>
              <a:ea typeface="+mj-ea"/>
            </a:endParaRPr>
          </a:p>
          <a:p>
            <a:pPr marL="0" indent="0">
              <a:buNone/>
            </a:pPr>
            <a:r>
              <a:rPr lang="ja-JP" altLang="en-US" sz="1400" dirty="0">
                <a:latin typeface="+mj-ea"/>
                <a:ea typeface="+mj-ea"/>
              </a:rPr>
              <a:t>　　　</a:t>
            </a:r>
            <a:r>
              <a:rPr lang="en-US" altLang="ja-JP" sz="1400" dirty="0" err="1">
                <a:latin typeface="+mj-ea"/>
                <a:ea typeface="+mj-ea"/>
              </a:rPr>
              <a:t>ViertualBox</a:t>
            </a:r>
            <a:r>
              <a:rPr lang="ja-JP" altLang="en-US" sz="1400" dirty="0">
                <a:latin typeface="+mj-ea"/>
                <a:ea typeface="+mj-ea"/>
              </a:rPr>
              <a:t>で、起動する仮想サーバーを選択</a:t>
            </a:r>
            <a:endParaRPr lang="en-US" altLang="ja-JP" sz="1400" dirty="0">
              <a:latin typeface="+mj-ea"/>
              <a:ea typeface="+mj-ea"/>
            </a:endParaRPr>
          </a:p>
          <a:p>
            <a:pPr marL="0" indent="0">
              <a:buNone/>
            </a:pPr>
            <a:r>
              <a:rPr lang="ja-JP" altLang="en-US" sz="1400" dirty="0">
                <a:latin typeface="+mj-ea"/>
                <a:ea typeface="+mj-ea"/>
              </a:rPr>
              <a:t>　　　上部、起動ボタンを押す</a:t>
            </a:r>
            <a:endParaRPr lang="en-US" altLang="ja-JP" sz="1400" dirty="0">
              <a:latin typeface="+mj-ea"/>
              <a:ea typeface="+mj-ea"/>
            </a:endParaRPr>
          </a:p>
          <a:p>
            <a:pPr marL="0" indent="0">
              <a:buNone/>
            </a:pPr>
            <a:endParaRPr lang="en-US" altLang="ja-JP" sz="1400" dirty="0">
              <a:latin typeface="+mj-ea"/>
            </a:endParaRPr>
          </a:p>
          <a:p>
            <a:pPr marL="0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0" indent="0">
              <a:buNone/>
            </a:pPr>
            <a:endParaRPr lang="en-US" altLang="ja-JP" sz="1400" dirty="0">
              <a:latin typeface="+mj-ea"/>
            </a:endParaRPr>
          </a:p>
          <a:p>
            <a:pPr marL="0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0" indent="0">
              <a:buNone/>
            </a:pPr>
            <a:endParaRPr lang="en-US" altLang="ja-JP" sz="1400" dirty="0">
              <a:latin typeface="+mj-ea"/>
            </a:endParaRPr>
          </a:p>
          <a:p>
            <a:pPr marL="0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0" indent="0">
              <a:buNone/>
            </a:pPr>
            <a:endParaRPr lang="en-US" altLang="ja-JP" sz="1400" dirty="0">
              <a:latin typeface="+mj-ea"/>
            </a:endParaRPr>
          </a:p>
          <a:p>
            <a:pPr marL="542925" lvl="1" indent="-142875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5C39E997-AD28-F13F-C7A4-BF55BC2991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4473" y="1700808"/>
            <a:ext cx="3360384" cy="2774915"/>
          </a:xfrm>
          <a:prstGeom prst="rect">
            <a:avLst/>
          </a:prstGeom>
        </p:spPr>
      </p:pic>
      <p:sp>
        <p:nvSpPr>
          <p:cNvPr id="6" name="正方形/長方形 5"/>
          <p:cNvSpPr/>
          <p:nvPr/>
        </p:nvSpPr>
        <p:spPr>
          <a:xfrm>
            <a:off x="6784173" y="1844824"/>
            <a:ext cx="192016" cy="2880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402798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715434"/>
          </a:xfrm>
        </p:spPr>
        <p:txBody>
          <a:bodyPr>
            <a:normAutofit fontScale="90000"/>
          </a:bodyPr>
          <a:lstStyle/>
          <a:p>
            <a:r>
              <a:rPr lang="en-US" altLang="ja-JP" dirty="0"/>
              <a:t>3. </a:t>
            </a:r>
            <a:r>
              <a:rPr lang="en-US" altLang="ja-JP" dirty="0" err="1"/>
              <a:t>Ubuntsu</a:t>
            </a:r>
            <a:r>
              <a:rPr lang="ja-JP" altLang="en-US" dirty="0"/>
              <a:t>の導入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95536" y="1168152"/>
            <a:ext cx="8208912" cy="550120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ja-JP" sz="1400" dirty="0">
                <a:latin typeface="+mj-ea"/>
              </a:rPr>
              <a:t>3.1</a:t>
            </a:r>
            <a:r>
              <a:rPr lang="ja-JP" altLang="en-US" sz="1400" dirty="0">
                <a:latin typeface="+mj-ea"/>
              </a:rPr>
              <a:t>　</a:t>
            </a:r>
            <a:r>
              <a:rPr lang="en-US" altLang="ja-JP" sz="1400" dirty="0">
                <a:latin typeface="+mj-ea"/>
              </a:rPr>
              <a:t>Ubuntu</a:t>
            </a:r>
            <a:r>
              <a:rPr lang="ja-JP" altLang="en-US" sz="1400" dirty="0">
                <a:latin typeface="+mj-ea"/>
                <a:ea typeface="+mj-ea"/>
              </a:rPr>
              <a:t>の導入パッケージを選択</a:t>
            </a:r>
            <a:endParaRPr lang="en-US" altLang="ja-JP" sz="1400" dirty="0">
              <a:latin typeface="+mj-ea"/>
            </a:endParaRPr>
          </a:p>
          <a:p>
            <a:pPr marL="0" indent="0">
              <a:buNone/>
            </a:pPr>
            <a:r>
              <a:rPr lang="ja-JP" altLang="en-US" sz="1400" dirty="0">
                <a:latin typeface="+mj-ea"/>
                <a:ea typeface="+mj-ea"/>
              </a:rPr>
              <a:t>　　</a:t>
            </a:r>
            <a:endParaRPr lang="en-US" altLang="ja-JP" sz="1400" dirty="0">
              <a:latin typeface="+mj-ea"/>
              <a:ea typeface="+mj-ea"/>
            </a:endParaRPr>
          </a:p>
          <a:p>
            <a:pPr marL="542925" lvl="1" indent="-142875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542925" lvl="1" indent="-142875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542925" lvl="1" indent="-142875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542925" lvl="1" indent="-142875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0" lvl="1" indent="0">
              <a:buNone/>
            </a:pPr>
            <a:r>
              <a:rPr lang="en-US" altLang="ja-JP" sz="1400" dirty="0">
                <a:latin typeface="+mj-ea"/>
                <a:ea typeface="+mj-ea"/>
              </a:rPr>
              <a:t>3.2</a:t>
            </a:r>
            <a:r>
              <a:rPr lang="ja-JP" altLang="en-US" sz="1400" dirty="0">
                <a:latin typeface="+mj-ea"/>
                <a:ea typeface="+mj-ea"/>
              </a:rPr>
              <a:t>　導入言語を設定</a:t>
            </a:r>
            <a:endParaRPr lang="en-US" altLang="ja-JP" sz="1400" dirty="0">
              <a:latin typeface="+mj-ea"/>
            </a:endParaRPr>
          </a:p>
          <a:p>
            <a:pPr marL="0" lvl="1" indent="0">
              <a:buNone/>
            </a:pPr>
            <a:r>
              <a:rPr lang="ja-JP" altLang="en-US" sz="1400" dirty="0">
                <a:latin typeface="+mj-ea"/>
                <a:ea typeface="+mj-ea"/>
              </a:rPr>
              <a:t>　　　</a:t>
            </a:r>
            <a:r>
              <a:rPr lang="en-US" altLang="ja-JP" sz="1400" dirty="0">
                <a:latin typeface="+mj-ea"/>
                <a:ea typeface="+mj-ea"/>
              </a:rPr>
              <a:t>Language</a:t>
            </a:r>
            <a:r>
              <a:rPr lang="ja-JP" altLang="en-US" sz="1400" dirty="0">
                <a:latin typeface="+mj-ea"/>
                <a:ea typeface="+mj-ea"/>
              </a:rPr>
              <a:t>：　</a:t>
            </a:r>
            <a:r>
              <a:rPr lang="en-US" altLang="ja-JP" sz="1400" dirty="0">
                <a:latin typeface="+mj-ea"/>
                <a:ea typeface="+mj-ea"/>
              </a:rPr>
              <a:t>English</a:t>
            </a: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2E2FC05C-2167-1D8B-B222-5242002966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8104" y="1268760"/>
            <a:ext cx="3410426" cy="2267267"/>
          </a:xfrm>
          <a:prstGeom prst="rect">
            <a:avLst/>
          </a:prstGeom>
        </p:spPr>
      </p:pic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F9B45A3E-6881-A5B2-331D-C2C9FBAA0DC7}"/>
              </a:ext>
            </a:extLst>
          </p:cNvPr>
          <p:cNvSpPr/>
          <p:nvPr/>
        </p:nvSpPr>
        <p:spPr>
          <a:xfrm>
            <a:off x="5572738" y="1794938"/>
            <a:ext cx="3338418" cy="14401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A39C3B57-39E8-EEBF-C4FA-50BEFC591E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3691278"/>
            <a:ext cx="4355976" cy="2960703"/>
          </a:xfrm>
          <a:prstGeom prst="rect">
            <a:avLst/>
          </a:prstGeom>
        </p:spPr>
      </p:pic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89553E12-E3F6-14BF-9211-D86F3EC69DDA}"/>
              </a:ext>
            </a:extLst>
          </p:cNvPr>
          <p:cNvSpPr/>
          <p:nvPr/>
        </p:nvSpPr>
        <p:spPr>
          <a:xfrm>
            <a:off x="5572738" y="4299388"/>
            <a:ext cx="2311630" cy="16269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940811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608009"/>
          </a:xfrm>
        </p:spPr>
        <p:txBody>
          <a:bodyPr>
            <a:normAutofit fontScale="90000"/>
          </a:bodyPr>
          <a:lstStyle/>
          <a:p>
            <a:r>
              <a:rPr lang="en-US" altLang="ja-JP" dirty="0"/>
              <a:t>3. Ubuntu</a:t>
            </a:r>
            <a:r>
              <a:rPr lang="ja-JP" altLang="en-US" dirty="0"/>
              <a:t>の導入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95536" y="1168152"/>
            <a:ext cx="8208912" cy="550120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ja-JP" sz="1400" dirty="0">
                <a:latin typeface="+mj-ea"/>
                <a:ea typeface="+mj-ea"/>
              </a:rPr>
              <a:t>3.3</a:t>
            </a:r>
            <a:r>
              <a:rPr lang="ja-JP" altLang="en-US" sz="1400" dirty="0">
                <a:latin typeface="+mj-ea"/>
                <a:ea typeface="+mj-ea"/>
              </a:rPr>
              <a:t>　</a:t>
            </a:r>
            <a:r>
              <a:rPr lang="en-US" altLang="ja-JP" sz="1400" dirty="0">
                <a:latin typeface="+mj-ea"/>
                <a:ea typeface="+mj-ea"/>
              </a:rPr>
              <a:t>Layout</a:t>
            </a:r>
            <a:r>
              <a:rPr lang="ja-JP" altLang="en-US" sz="1400" dirty="0">
                <a:latin typeface="+mj-ea"/>
                <a:ea typeface="+mj-ea"/>
              </a:rPr>
              <a:t>と</a:t>
            </a:r>
            <a:r>
              <a:rPr lang="en-US" altLang="ja-JP" sz="1400" dirty="0">
                <a:latin typeface="+mj-ea"/>
                <a:ea typeface="+mj-ea"/>
              </a:rPr>
              <a:t>Keyboard</a:t>
            </a:r>
            <a:r>
              <a:rPr lang="ja-JP" altLang="en-US" sz="1400" dirty="0">
                <a:latin typeface="+mj-ea"/>
                <a:ea typeface="+mj-ea"/>
              </a:rPr>
              <a:t>の選択</a:t>
            </a:r>
            <a:endParaRPr lang="en-US" altLang="ja-JP" sz="1400" dirty="0">
              <a:latin typeface="+mj-ea"/>
              <a:ea typeface="+mj-ea"/>
            </a:endParaRPr>
          </a:p>
          <a:p>
            <a:pPr marL="542925" lvl="1" indent="-142875">
              <a:buNone/>
            </a:pPr>
            <a:r>
              <a:rPr lang="en-US" altLang="ja-JP" sz="1400" dirty="0">
                <a:latin typeface="+mj-ea"/>
                <a:ea typeface="+mj-ea"/>
              </a:rPr>
              <a:t>Layout:</a:t>
            </a:r>
            <a:r>
              <a:rPr lang="ja-JP" altLang="en-US" sz="1400" dirty="0">
                <a:latin typeface="+mj-ea"/>
                <a:ea typeface="+mj-ea"/>
              </a:rPr>
              <a:t>　</a:t>
            </a:r>
            <a:r>
              <a:rPr lang="en-US" altLang="ja-JP" sz="1400" dirty="0">
                <a:latin typeface="+mj-ea"/>
                <a:ea typeface="+mj-ea"/>
              </a:rPr>
              <a:t>Japanese</a:t>
            </a:r>
          </a:p>
          <a:p>
            <a:pPr marL="542925" lvl="1" indent="-142875">
              <a:buNone/>
            </a:pPr>
            <a:r>
              <a:rPr lang="en-US" altLang="ja-JP" sz="1400" dirty="0">
                <a:latin typeface="+mj-ea"/>
                <a:ea typeface="+mj-ea"/>
              </a:rPr>
              <a:t>Variant:</a:t>
            </a:r>
            <a:r>
              <a:rPr lang="ja-JP" altLang="en-US" sz="1400" dirty="0">
                <a:latin typeface="+mj-ea"/>
                <a:ea typeface="+mj-ea"/>
              </a:rPr>
              <a:t>　</a:t>
            </a:r>
            <a:r>
              <a:rPr lang="en-US" altLang="ja-JP" sz="1400" dirty="0">
                <a:latin typeface="+mj-ea"/>
                <a:ea typeface="+mj-ea"/>
              </a:rPr>
              <a:t>Japanese</a:t>
            </a:r>
          </a:p>
          <a:p>
            <a:pPr marL="542925" lvl="1" indent="-142875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542925" lvl="1" indent="-142875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542925" lvl="1" indent="-142875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0" lvl="1" indent="0">
              <a:buNone/>
            </a:pPr>
            <a:r>
              <a:rPr lang="en-US" altLang="ja-JP" sz="1400" dirty="0">
                <a:latin typeface="+mj-ea"/>
                <a:ea typeface="+mj-ea"/>
              </a:rPr>
              <a:t>3.4</a:t>
            </a:r>
            <a:r>
              <a:rPr lang="ja-JP" altLang="en-US" sz="1400" dirty="0">
                <a:latin typeface="+mj-ea"/>
                <a:ea typeface="+mj-ea"/>
              </a:rPr>
              <a:t>　基本導入パッケージを選択</a:t>
            </a:r>
            <a:endParaRPr lang="en-US" altLang="ja-JP" sz="1400" dirty="0">
              <a:latin typeface="+mj-ea"/>
              <a:ea typeface="+mj-ea"/>
            </a:endParaRPr>
          </a:p>
          <a:p>
            <a:pPr marL="0" lvl="1" indent="0">
              <a:buNone/>
            </a:pPr>
            <a:r>
              <a:rPr lang="ja-JP" altLang="en-US" sz="1400" dirty="0">
                <a:latin typeface="+mj-ea"/>
                <a:ea typeface="+mj-ea"/>
              </a:rPr>
              <a:t>　　　</a:t>
            </a:r>
            <a:r>
              <a:rPr lang="en-US" altLang="ja-JP" sz="1400" dirty="0">
                <a:latin typeface="+mj-ea"/>
                <a:ea typeface="+mj-ea"/>
              </a:rPr>
              <a:t>Ubuntu Server</a:t>
            </a:r>
            <a:r>
              <a:rPr lang="ja-JP" altLang="en-US" sz="1400" dirty="0">
                <a:latin typeface="+mj-ea"/>
                <a:ea typeface="+mj-ea"/>
              </a:rPr>
              <a:t>：</a:t>
            </a:r>
            <a:r>
              <a:rPr lang="en-US" altLang="ja-JP" sz="1400" dirty="0">
                <a:latin typeface="+mj-ea"/>
                <a:ea typeface="+mj-ea"/>
              </a:rPr>
              <a:t>(X)</a:t>
            </a:r>
            <a:r>
              <a:rPr lang="ja-JP" altLang="en-US" sz="1400" dirty="0">
                <a:latin typeface="+mj-ea"/>
                <a:ea typeface="+mj-ea"/>
              </a:rPr>
              <a:t>　選択</a:t>
            </a: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B64CFAAE-8002-4C4F-FBF0-9AF7AA3FAB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0296" y="1115160"/>
            <a:ext cx="3995936" cy="2725353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352088F7-2569-3C23-F07C-DEB73353DA73}"/>
              </a:ext>
            </a:extLst>
          </p:cNvPr>
          <p:cNvSpPr/>
          <p:nvPr/>
        </p:nvSpPr>
        <p:spPr>
          <a:xfrm>
            <a:off x="5868144" y="1484784"/>
            <a:ext cx="1584176" cy="36004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2" name="図 11">
            <a:extLst>
              <a:ext uri="{FF2B5EF4-FFF2-40B4-BE49-F238E27FC236}">
                <a16:creationId xmlns:a16="http://schemas.microsoft.com/office/drawing/2014/main" id="{5A7EB94D-269B-B5E2-C445-13A7113B74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2040" y="3918756"/>
            <a:ext cx="3995936" cy="2711863"/>
          </a:xfrm>
          <a:prstGeom prst="rect">
            <a:avLst/>
          </a:prstGeom>
        </p:spPr>
      </p:pic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9004FE79-94D1-2D5D-0EF7-BE9CC3A69C16}"/>
              </a:ext>
            </a:extLst>
          </p:cNvPr>
          <p:cNvSpPr/>
          <p:nvPr/>
        </p:nvSpPr>
        <p:spPr>
          <a:xfrm>
            <a:off x="5292080" y="4205892"/>
            <a:ext cx="3312368" cy="9513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420840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84710" y="452719"/>
            <a:ext cx="7055380" cy="672026"/>
          </a:xfrm>
        </p:spPr>
        <p:txBody>
          <a:bodyPr>
            <a:normAutofit fontScale="90000"/>
          </a:bodyPr>
          <a:lstStyle/>
          <a:p>
            <a:r>
              <a:rPr lang="en-US" altLang="ja-JP" dirty="0"/>
              <a:t>3. Ubuntu</a:t>
            </a:r>
            <a:r>
              <a:rPr lang="ja-JP" altLang="en-US" dirty="0"/>
              <a:t>の導入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95536" y="1168152"/>
            <a:ext cx="8208912" cy="550120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ja-JP" sz="1400" dirty="0">
                <a:latin typeface="+mj-ea"/>
              </a:rPr>
              <a:t>3</a:t>
            </a:r>
            <a:r>
              <a:rPr lang="en-US" altLang="ja-JP" sz="1400" dirty="0">
                <a:latin typeface="+mj-ea"/>
                <a:ea typeface="+mj-ea"/>
              </a:rPr>
              <a:t>.5</a:t>
            </a:r>
            <a:r>
              <a:rPr lang="ja-JP" altLang="en-US" sz="1400" dirty="0">
                <a:latin typeface="+mj-ea"/>
                <a:ea typeface="+mj-ea"/>
              </a:rPr>
              <a:t>　ネットワーク設定</a:t>
            </a:r>
            <a:endParaRPr lang="en-US" altLang="ja-JP" sz="1400" dirty="0">
              <a:latin typeface="+mj-ea"/>
              <a:ea typeface="+mj-ea"/>
            </a:endParaRPr>
          </a:p>
          <a:p>
            <a:pPr marL="0" indent="0">
              <a:buNone/>
            </a:pPr>
            <a:r>
              <a:rPr lang="ja-JP" altLang="en-US" sz="1400" dirty="0">
                <a:latin typeface="+mj-ea"/>
              </a:rPr>
              <a:t>　　</a:t>
            </a:r>
            <a:r>
              <a:rPr lang="en-US" altLang="ja-JP" sz="1400" dirty="0">
                <a:latin typeface="+mj-ea"/>
              </a:rPr>
              <a:t>Name</a:t>
            </a:r>
            <a:r>
              <a:rPr lang="ja-JP" altLang="en-US" sz="1400" dirty="0">
                <a:latin typeface="+mj-ea"/>
              </a:rPr>
              <a:t>：</a:t>
            </a:r>
            <a:r>
              <a:rPr lang="en-US" altLang="ja-JP" sz="1400" dirty="0">
                <a:latin typeface="+mj-ea"/>
              </a:rPr>
              <a:t>	[</a:t>
            </a:r>
            <a:r>
              <a:rPr lang="ja-JP" altLang="en-US" sz="1400" dirty="0">
                <a:latin typeface="+mj-ea"/>
              </a:rPr>
              <a:t>デフォルト</a:t>
            </a:r>
            <a:r>
              <a:rPr lang="en-US" altLang="ja-JP" sz="1400" dirty="0">
                <a:latin typeface="+mj-ea"/>
              </a:rPr>
              <a:t>]</a:t>
            </a:r>
            <a:r>
              <a:rPr lang="ja-JP" altLang="en-US" sz="1400" dirty="0">
                <a:latin typeface="+mj-ea"/>
              </a:rPr>
              <a:t>　</a:t>
            </a:r>
            <a:r>
              <a:rPr lang="en-US" altLang="ja-JP" sz="1400" dirty="0">
                <a:latin typeface="+mj-ea"/>
              </a:rPr>
              <a:t>enp0s3</a:t>
            </a:r>
          </a:p>
          <a:p>
            <a:pPr marL="0" indent="0">
              <a:buNone/>
            </a:pPr>
            <a:r>
              <a:rPr lang="ja-JP" altLang="en-US" sz="1400" dirty="0">
                <a:latin typeface="+mj-ea"/>
              </a:rPr>
              <a:t>　　</a:t>
            </a:r>
            <a:r>
              <a:rPr lang="en-US" altLang="ja-JP" sz="1400" dirty="0">
                <a:latin typeface="+mj-ea"/>
              </a:rPr>
              <a:t>TYPE</a:t>
            </a:r>
            <a:r>
              <a:rPr lang="ja-JP" altLang="en-US" sz="1400" dirty="0">
                <a:latin typeface="+mj-ea"/>
              </a:rPr>
              <a:t>：</a:t>
            </a:r>
            <a:r>
              <a:rPr lang="en-US" altLang="ja-JP" sz="1400" dirty="0">
                <a:latin typeface="+mj-ea"/>
              </a:rPr>
              <a:t>	[</a:t>
            </a:r>
            <a:r>
              <a:rPr lang="ja-JP" altLang="en-US" sz="1400" dirty="0">
                <a:latin typeface="+mj-ea"/>
              </a:rPr>
              <a:t>デフォルト</a:t>
            </a:r>
            <a:r>
              <a:rPr lang="en-US" altLang="ja-JP" sz="1400" dirty="0">
                <a:latin typeface="+mj-ea"/>
              </a:rPr>
              <a:t>]</a:t>
            </a:r>
            <a:r>
              <a:rPr lang="ja-JP" altLang="en-US" sz="1400" dirty="0">
                <a:latin typeface="+mj-ea"/>
              </a:rPr>
              <a:t>　</a:t>
            </a:r>
            <a:r>
              <a:rPr lang="en-US" altLang="ja-JP" sz="1400" dirty="0">
                <a:latin typeface="+mj-ea"/>
              </a:rPr>
              <a:t>eth</a:t>
            </a:r>
          </a:p>
          <a:p>
            <a:pPr marL="0" indent="0">
              <a:buNone/>
            </a:pPr>
            <a:r>
              <a:rPr lang="ja-JP" altLang="en-US" sz="1400" dirty="0">
                <a:latin typeface="+mj-ea"/>
              </a:rPr>
              <a:t>　　</a:t>
            </a:r>
            <a:r>
              <a:rPr lang="en-US" altLang="ja-JP" sz="1400" dirty="0">
                <a:latin typeface="+mj-ea"/>
              </a:rPr>
              <a:t>DHCPv4</a:t>
            </a:r>
            <a:r>
              <a:rPr lang="ja-JP" altLang="en-US" sz="1400" dirty="0">
                <a:latin typeface="+mj-ea"/>
              </a:rPr>
              <a:t>：</a:t>
            </a:r>
            <a:r>
              <a:rPr lang="en-US" altLang="ja-JP" sz="1400" dirty="0">
                <a:latin typeface="+mj-ea"/>
              </a:rPr>
              <a:t>	[</a:t>
            </a:r>
            <a:r>
              <a:rPr lang="ja-JP" altLang="en-US" sz="1400" dirty="0">
                <a:latin typeface="+mj-ea"/>
              </a:rPr>
              <a:t>デフォルト</a:t>
            </a:r>
            <a:r>
              <a:rPr lang="en-US" altLang="ja-JP" sz="1400" dirty="0">
                <a:latin typeface="+mj-ea"/>
              </a:rPr>
              <a:t>]</a:t>
            </a:r>
            <a:r>
              <a:rPr lang="ja-JP" altLang="en-US" sz="1400" dirty="0">
                <a:latin typeface="+mj-ea"/>
              </a:rPr>
              <a:t>　</a:t>
            </a:r>
            <a:r>
              <a:rPr lang="en-US" altLang="ja-JP" sz="1400" dirty="0">
                <a:latin typeface="+mj-ea"/>
              </a:rPr>
              <a:t>10.0.2.x/24</a:t>
            </a:r>
          </a:p>
          <a:p>
            <a:pPr marL="0" indent="0">
              <a:buNone/>
            </a:pPr>
            <a:endParaRPr lang="en-US" altLang="ja-JP" sz="1400" dirty="0">
              <a:latin typeface="+mj-ea"/>
            </a:endParaRPr>
          </a:p>
          <a:p>
            <a:pPr marL="0" indent="0">
              <a:buNone/>
            </a:pPr>
            <a:endParaRPr lang="en-US" altLang="ja-JP" sz="1400" dirty="0">
              <a:latin typeface="+mj-ea"/>
            </a:endParaRPr>
          </a:p>
          <a:p>
            <a:pPr marL="0" indent="0">
              <a:buNone/>
            </a:pPr>
            <a:endParaRPr lang="en-US" altLang="ja-JP" sz="1400" dirty="0">
              <a:latin typeface="+mj-ea"/>
            </a:endParaRPr>
          </a:p>
          <a:p>
            <a:pPr marL="0" indent="0">
              <a:buNone/>
            </a:pPr>
            <a:endParaRPr lang="en-US" altLang="ja-JP" sz="1400" dirty="0">
              <a:latin typeface="+mj-ea"/>
            </a:endParaRPr>
          </a:p>
          <a:p>
            <a:pPr marL="0" indent="0">
              <a:buNone/>
            </a:pPr>
            <a:r>
              <a:rPr lang="en-US" altLang="ja-JP" sz="1400" dirty="0">
                <a:latin typeface="+mj-ea"/>
              </a:rPr>
              <a:t>3.6</a:t>
            </a:r>
            <a:r>
              <a:rPr lang="ja-JP" altLang="en-US" sz="1400" dirty="0">
                <a:latin typeface="+mj-ea"/>
              </a:rPr>
              <a:t>　</a:t>
            </a:r>
            <a:r>
              <a:rPr lang="en-US" altLang="ja-JP" sz="1400" dirty="0">
                <a:latin typeface="+mj-ea"/>
              </a:rPr>
              <a:t>PROXY</a:t>
            </a:r>
            <a:r>
              <a:rPr lang="ja-JP" altLang="en-US" sz="1400" dirty="0">
                <a:latin typeface="+mj-ea"/>
              </a:rPr>
              <a:t>設定</a:t>
            </a:r>
            <a:endParaRPr lang="en-US" altLang="ja-JP" sz="1400" dirty="0">
              <a:latin typeface="+mj-ea"/>
            </a:endParaRPr>
          </a:p>
          <a:p>
            <a:pPr marL="0" indent="0">
              <a:buNone/>
            </a:pPr>
            <a:r>
              <a:rPr lang="ja-JP" altLang="en-US" sz="1400" dirty="0">
                <a:latin typeface="+mj-ea"/>
              </a:rPr>
              <a:t>　　</a:t>
            </a:r>
            <a:r>
              <a:rPr lang="en-US" altLang="ja-JP" sz="1400" dirty="0">
                <a:latin typeface="+mj-ea"/>
              </a:rPr>
              <a:t>Proxy Address:</a:t>
            </a:r>
            <a:r>
              <a:rPr lang="ja-JP" altLang="en-US" sz="1400" dirty="0">
                <a:latin typeface="+mj-ea"/>
              </a:rPr>
              <a:t>　</a:t>
            </a:r>
            <a:r>
              <a:rPr lang="en-US" altLang="ja-JP" sz="1400" dirty="0">
                <a:latin typeface="+mj-ea"/>
              </a:rPr>
              <a:t>[</a:t>
            </a:r>
            <a:r>
              <a:rPr lang="ja-JP" altLang="en-US" sz="1400" dirty="0">
                <a:latin typeface="+mj-ea"/>
              </a:rPr>
              <a:t>空欄</a:t>
            </a:r>
            <a:r>
              <a:rPr lang="en-US" altLang="ja-JP" sz="1400" dirty="0">
                <a:latin typeface="+mj-ea"/>
              </a:rPr>
              <a:t>]</a:t>
            </a:r>
          </a:p>
          <a:p>
            <a:pPr marL="0" indent="0">
              <a:buNone/>
            </a:pPr>
            <a:endParaRPr lang="en-US" altLang="ja-JP" sz="1400" dirty="0">
              <a:latin typeface="+mj-ea"/>
            </a:endParaRPr>
          </a:p>
        </p:txBody>
      </p:sp>
      <p:pic>
        <p:nvPicPr>
          <p:cNvPr id="11" name="図 10">
            <a:extLst>
              <a:ext uri="{FF2B5EF4-FFF2-40B4-BE49-F238E27FC236}">
                <a16:creationId xmlns:a16="http://schemas.microsoft.com/office/drawing/2014/main" id="{04CCDECA-25C2-7C9E-D2DF-2A5E4243C6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2080" y="1268760"/>
            <a:ext cx="3690823" cy="2520280"/>
          </a:xfrm>
          <a:prstGeom prst="rect">
            <a:avLst/>
          </a:prstGeom>
        </p:spPr>
      </p:pic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37B57B78-C90D-4C5C-0427-D958318E4CD3}"/>
              </a:ext>
            </a:extLst>
          </p:cNvPr>
          <p:cNvSpPr/>
          <p:nvPr/>
        </p:nvSpPr>
        <p:spPr>
          <a:xfrm>
            <a:off x="5580113" y="1628800"/>
            <a:ext cx="1152128" cy="2880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5686C772-6155-EE61-85F0-7342C6B732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2079" y="3932225"/>
            <a:ext cx="3698143" cy="2520280"/>
          </a:xfrm>
          <a:prstGeom prst="rect">
            <a:avLst/>
          </a:prstGeom>
        </p:spPr>
      </p:pic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EDC40AD6-B79A-7E2A-2C7A-D252D88C7C58}"/>
              </a:ext>
            </a:extLst>
          </p:cNvPr>
          <p:cNvSpPr/>
          <p:nvPr/>
        </p:nvSpPr>
        <p:spPr>
          <a:xfrm>
            <a:off x="5652120" y="4281796"/>
            <a:ext cx="3096344" cy="15531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508784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7297AD-CDDA-88BA-33E4-831F9B6581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36E1EB5-2E62-DE80-21B6-8E9AABA7A2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710" y="452719"/>
            <a:ext cx="7055380" cy="672026"/>
          </a:xfrm>
        </p:spPr>
        <p:txBody>
          <a:bodyPr>
            <a:normAutofit fontScale="90000"/>
          </a:bodyPr>
          <a:lstStyle/>
          <a:p>
            <a:r>
              <a:rPr lang="en-US" altLang="ja-JP" dirty="0"/>
              <a:t>3. Ubuntu</a:t>
            </a:r>
            <a:r>
              <a:rPr lang="ja-JP" altLang="en-US" dirty="0"/>
              <a:t>の導入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A01C744-FFB4-6090-D70F-B9D2791551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1168152"/>
            <a:ext cx="8208912" cy="550120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ja-JP" sz="1400" dirty="0">
                <a:latin typeface="+mj-ea"/>
              </a:rPr>
              <a:t>3</a:t>
            </a:r>
            <a:r>
              <a:rPr lang="en-US" altLang="ja-JP" sz="1400" dirty="0">
                <a:latin typeface="+mj-ea"/>
                <a:ea typeface="+mj-ea"/>
              </a:rPr>
              <a:t>.7</a:t>
            </a:r>
            <a:r>
              <a:rPr lang="ja-JP" altLang="en-US" sz="1400" dirty="0">
                <a:latin typeface="+mj-ea"/>
                <a:ea typeface="+mj-ea"/>
              </a:rPr>
              <a:t>　アーカイブミラー設定</a:t>
            </a:r>
            <a:endParaRPr lang="en-US" altLang="ja-JP" sz="1400" dirty="0">
              <a:latin typeface="+mj-ea"/>
              <a:ea typeface="+mj-ea"/>
            </a:endParaRPr>
          </a:p>
          <a:p>
            <a:pPr marL="0" indent="0">
              <a:buNone/>
            </a:pPr>
            <a:r>
              <a:rPr lang="ja-JP" altLang="en-US" sz="1400" dirty="0">
                <a:latin typeface="+mj-ea"/>
              </a:rPr>
              <a:t>　　</a:t>
            </a:r>
            <a:r>
              <a:rPr lang="en-US" altLang="ja-JP" sz="1400" dirty="0">
                <a:latin typeface="+mj-ea"/>
              </a:rPr>
              <a:t>Mirror</a:t>
            </a:r>
            <a:r>
              <a:rPr lang="ja-JP" altLang="en-US" sz="1400" dirty="0">
                <a:latin typeface="+mj-ea"/>
              </a:rPr>
              <a:t>　</a:t>
            </a:r>
            <a:r>
              <a:rPr lang="en-US" altLang="ja-JP" sz="1400" dirty="0">
                <a:latin typeface="+mj-ea"/>
              </a:rPr>
              <a:t>Address</a:t>
            </a:r>
            <a:r>
              <a:rPr lang="ja-JP" altLang="en-US" sz="1400" dirty="0">
                <a:latin typeface="+mj-ea"/>
              </a:rPr>
              <a:t>：</a:t>
            </a:r>
            <a:r>
              <a:rPr lang="en-US" altLang="ja-JP" sz="1400" dirty="0">
                <a:latin typeface="+mj-ea"/>
              </a:rPr>
              <a:t>	[</a:t>
            </a:r>
            <a:r>
              <a:rPr lang="ja-JP" altLang="en-US" sz="1400" dirty="0">
                <a:latin typeface="+mj-ea"/>
              </a:rPr>
              <a:t>デフォルト</a:t>
            </a:r>
            <a:r>
              <a:rPr lang="en-US" altLang="ja-JP" sz="1400" dirty="0">
                <a:latin typeface="+mj-ea"/>
              </a:rPr>
              <a:t>]</a:t>
            </a:r>
          </a:p>
          <a:p>
            <a:pPr marL="0" indent="0">
              <a:buNone/>
            </a:pPr>
            <a:r>
              <a:rPr lang="ja-JP" altLang="en-US" sz="1400" dirty="0">
                <a:latin typeface="+mj-ea"/>
              </a:rPr>
              <a:t>　　</a:t>
            </a:r>
            <a:r>
              <a:rPr lang="en-US" altLang="ja-JP" sz="1400" dirty="0">
                <a:latin typeface="+mj-ea"/>
              </a:rPr>
              <a:t>[ </a:t>
            </a:r>
            <a:r>
              <a:rPr lang="en-US" altLang="ja-JP" sz="1400" dirty="0">
                <a:latin typeface="+mj-ea"/>
                <a:hlinkClick r:id="rId2"/>
              </a:rPr>
              <a:t>http://jp.archive.ubuntu.com/ubuntu/</a:t>
            </a:r>
            <a:r>
              <a:rPr lang="en-US" altLang="ja-JP" sz="1400" dirty="0">
                <a:latin typeface="+mj-ea"/>
              </a:rPr>
              <a:t> ]</a:t>
            </a:r>
          </a:p>
          <a:p>
            <a:pPr marL="0" indent="0">
              <a:buNone/>
            </a:pPr>
            <a:endParaRPr lang="en-US" altLang="ja-JP" sz="1400" dirty="0">
              <a:latin typeface="+mj-ea"/>
            </a:endParaRPr>
          </a:p>
          <a:p>
            <a:pPr marL="0" indent="0">
              <a:buNone/>
            </a:pPr>
            <a:r>
              <a:rPr lang="ja-JP" altLang="en-US" sz="1400" dirty="0">
                <a:latin typeface="+mj-ea"/>
              </a:rPr>
              <a:t>　　「</a:t>
            </a:r>
            <a:r>
              <a:rPr lang="en-US" altLang="ja-JP" sz="1400" dirty="0">
                <a:latin typeface="+mj-ea"/>
              </a:rPr>
              <a:t>Reading Package list …..</a:t>
            </a:r>
            <a:r>
              <a:rPr lang="ja-JP" altLang="en-US" sz="1400" dirty="0">
                <a:latin typeface="+mj-ea"/>
              </a:rPr>
              <a:t>」が表示されてから</a:t>
            </a:r>
            <a:endParaRPr lang="en-US" altLang="ja-JP" sz="1400" dirty="0">
              <a:latin typeface="+mj-ea"/>
            </a:endParaRPr>
          </a:p>
          <a:p>
            <a:pPr marL="0" indent="0">
              <a:buNone/>
            </a:pPr>
            <a:r>
              <a:rPr lang="ja-JP" altLang="en-US" sz="1400" dirty="0">
                <a:latin typeface="+mj-ea"/>
              </a:rPr>
              <a:t>　　　</a:t>
            </a:r>
            <a:r>
              <a:rPr lang="en-US" altLang="ja-JP" sz="1400" dirty="0">
                <a:latin typeface="+mj-ea"/>
              </a:rPr>
              <a:t>[Done]</a:t>
            </a:r>
            <a:r>
              <a:rPr lang="ja-JP" altLang="en-US" sz="1400" dirty="0">
                <a:latin typeface="+mj-ea"/>
              </a:rPr>
              <a:t>ボタンを押す</a:t>
            </a:r>
            <a:endParaRPr lang="en-US" altLang="ja-JP" sz="1400" dirty="0">
              <a:latin typeface="+mj-ea"/>
            </a:endParaRPr>
          </a:p>
          <a:p>
            <a:pPr marL="0" indent="0">
              <a:buNone/>
            </a:pPr>
            <a:endParaRPr lang="en-US" altLang="ja-JP" sz="1400" dirty="0">
              <a:latin typeface="+mj-ea"/>
            </a:endParaRPr>
          </a:p>
          <a:p>
            <a:pPr marL="0" indent="0">
              <a:buNone/>
            </a:pPr>
            <a:endParaRPr lang="en-US" altLang="ja-JP" sz="1400" dirty="0">
              <a:latin typeface="+mj-ea"/>
            </a:endParaRPr>
          </a:p>
          <a:p>
            <a:pPr marL="0" indent="0">
              <a:buNone/>
            </a:pPr>
            <a:r>
              <a:rPr lang="en-US" altLang="ja-JP" sz="1400" dirty="0">
                <a:latin typeface="+mj-ea"/>
              </a:rPr>
              <a:t>3.8</a:t>
            </a:r>
            <a:r>
              <a:rPr lang="ja-JP" altLang="en-US" sz="1400" dirty="0">
                <a:latin typeface="+mj-ea"/>
              </a:rPr>
              <a:t>　</a:t>
            </a:r>
            <a:r>
              <a:rPr lang="en-US" altLang="ja-JP" sz="1400" dirty="0">
                <a:latin typeface="+mj-ea"/>
              </a:rPr>
              <a:t>GUIDED</a:t>
            </a:r>
            <a:r>
              <a:rPr lang="ja-JP" altLang="en-US" sz="1400" dirty="0">
                <a:latin typeface="+mj-ea"/>
              </a:rPr>
              <a:t>ストレージレイアウト設定</a:t>
            </a:r>
            <a:endParaRPr lang="en-US" altLang="ja-JP" sz="1400" dirty="0">
              <a:latin typeface="+mj-ea"/>
            </a:endParaRPr>
          </a:p>
          <a:p>
            <a:pPr marL="0" indent="0">
              <a:buNone/>
            </a:pPr>
            <a:r>
              <a:rPr lang="ja-JP" altLang="en-US" sz="1400" dirty="0">
                <a:latin typeface="+mj-ea"/>
              </a:rPr>
              <a:t>　　</a:t>
            </a:r>
            <a:r>
              <a:rPr lang="en-US" altLang="ja-JP" sz="1400" dirty="0">
                <a:latin typeface="+mj-ea"/>
              </a:rPr>
              <a:t>Use an entire disk:</a:t>
            </a:r>
            <a:r>
              <a:rPr lang="ja-JP" altLang="en-US" sz="1400" dirty="0">
                <a:latin typeface="+mj-ea"/>
              </a:rPr>
              <a:t>　チェック</a:t>
            </a:r>
            <a:r>
              <a:rPr lang="en-US" altLang="ja-JP" sz="1400" dirty="0">
                <a:latin typeface="+mj-ea"/>
              </a:rPr>
              <a:t>ON</a:t>
            </a:r>
          </a:p>
          <a:p>
            <a:pPr marL="0" indent="0">
              <a:buNone/>
            </a:pPr>
            <a:r>
              <a:rPr lang="ja-JP" altLang="en-US" sz="1400" dirty="0">
                <a:latin typeface="+mj-ea"/>
              </a:rPr>
              <a:t>　　　</a:t>
            </a:r>
            <a:r>
              <a:rPr lang="en-US" altLang="ja-JP" sz="1400" dirty="0">
                <a:latin typeface="+mj-ea"/>
              </a:rPr>
              <a:t>[</a:t>
            </a:r>
            <a:r>
              <a:rPr lang="ja-JP" altLang="en-US" sz="1400" dirty="0">
                <a:latin typeface="+mj-ea"/>
              </a:rPr>
              <a:t>デフォルト</a:t>
            </a:r>
            <a:r>
              <a:rPr lang="en-US" altLang="ja-JP" sz="1400" dirty="0">
                <a:latin typeface="+mj-ea"/>
              </a:rPr>
              <a:t>]</a:t>
            </a:r>
            <a:r>
              <a:rPr lang="ja-JP" altLang="en-US" sz="1400" dirty="0">
                <a:latin typeface="+mj-ea"/>
              </a:rPr>
              <a:t>　</a:t>
            </a:r>
            <a:r>
              <a:rPr lang="en-US" altLang="ja-JP" sz="1400" dirty="0">
                <a:latin typeface="+mj-ea"/>
              </a:rPr>
              <a:t>[</a:t>
            </a:r>
            <a:r>
              <a:rPr lang="en-US" altLang="ja-JP" sz="1400" dirty="0" err="1">
                <a:latin typeface="+mj-ea"/>
              </a:rPr>
              <a:t>VBOX_HARDDISK_xxxxx</a:t>
            </a:r>
            <a:r>
              <a:rPr lang="en-US" altLang="ja-JP" sz="1400" dirty="0">
                <a:latin typeface="+mj-ea"/>
              </a:rPr>
              <a:t>]</a:t>
            </a:r>
          </a:p>
          <a:p>
            <a:pPr marL="0" indent="0">
              <a:buNone/>
            </a:pPr>
            <a:r>
              <a:rPr lang="ja-JP" altLang="en-US" sz="1400" dirty="0">
                <a:latin typeface="+mj-ea"/>
              </a:rPr>
              <a:t>　　　</a:t>
            </a:r>
            <a:r>
              <a:rPr lang="en-US" altLang="ja-JP" sz="1400" dirty="0">
                <a:latin typeface="+mj-ea"/>
              </a:rPr>
              <a:t>Set up this disk as an LVM group: </a:t>
            </a:r>
            <a:r>
              <a:rPr lang="ja-JP" altLang="en-US" sz="1400" dirty="0">
                <a:latin typeface="+mj-ea"/>
              </a:rPr>
              <a:t>チェック</a:t>
            </a:r>
            <a:r>
              <a:rPr lang="en-US" altLang="ja-JP" sz="1400" dirty="0">
                <a:latin typeface="+mj-ea"/>
              </a:rPr>
              <a:t>ON</a:t>
            </a:r>
          </a:p>
          <a:p>
            <a:pPr marL="0" indent="0">
              <a:buNone/>
            </a:pPr>
            <a:r>
              <a:rPr lang="ja-JP" altLang="en-US" sz="1400" dirty="0">
                <a:latin typeface="+mj-ea"/>
              </a:rPr>
              <a:t>　　　　　</a:t>
            </a:r>
            <a:r>
              <a:rPr lang="en-US" altLang="ja-JP" sz="1400" dirty="0">
                <a:latin typeface="+mj-ea"/>
              </a:rPr>
              <a:t>Encrypt</a:t>
            </a:r>
            <a:r>
              <a:rPr lang="ja-JP" altLang="en-US" sz="1400" dirty="0">
                <a:latin typeface="+mj-ea"/>
              </a:rPr>
              <a:t> </a:t>
            </a:r>
            <a:r>
              <a:rPr lang="en-US" altLang="ja-JP" sz="1400" dirty="0">
                <a:latin typeface="+mj-ea"/>
              </a:rPr>
              <a:t>the</a:t>
            </a:r>
            <a:r>
              <a:rPr lang="ja-JP" altLang="en-US" sz="1400" dirty="0">
                <a:latin typeface="+mj-ea"/>
              </a:rPr>
              <a:t> </a:t>
            </a:r>
            <a:r>
              <a:rPr lang="en-US" altLang="ja-JP" sz="1400" dirty="0">
                <a:latin typeface="+mj-ea"/>
              </a:rPr>
              <a:t>LVM Group with LUKS: </a:t>
            </a:r>
            <a:r>
              <a:rPr lang="ja-JP" altLang="en-US" sz="1400" dirty="0">
                <a:latin typeface="+mj-ea"/>
              </a:rPr>
              <a:t>チェック</a:t>
            </a:r>
            <a:r>
              <a:rPr lang="en-US" altLang="ja-JP" sz="1400" dirty="0">
                <a:latin typeface="+mj-ea"/>
              </a:rPr>
              <a:t>OFF</a:t>
            </a:r>
          </a:p>
          <a:p>
            <a:pPr marL="0" indent="0">
              <a:buNone/>
            </a:pPr>
            <a:endParaRPr lang="en-US" altLang="ja-JP" sz="1400" dirty="0">
              <a:latin typeface="+mj-ea"/>
            </a:endParaRP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D2504D83-6F7B-ED56-CC46-6E7BADCF51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3414" y="1340767"/>
            <a:ext cx="3377866" cy="2295149"/>
          </a:xfrm>
          <a:prstGeom prst="rect">
            <a:avLst/>
          </a:prstGeom>
        </p:spPr>
      </p:pic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468C723A-7247-10BD-09F6-DAED1C2F1F90}"/>
              </a:ext>
            </a:extLst>
          </p:cNvPr>
          <p:cNvSpPr/>
          <p:nvPr/>
        </p:nvSpPr>
        <p:spPr>
          <a:xfrm>
            <a:off x="5784915" y="1625921"/>
            <a:ext cx="2952328" cy="20208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7ED76E83-2B91-EDDB-4088-DC3D8460DE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2120" y="4238136"/>
            <a:ext cx="3491880" cy="2386301"/>
          </a:xfrm>
          <a:prstGeom prst="rect">
            <a:avLst/>
          </a:prstGeom>
        </p:spPr>
      </p:pic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E6F9A337-1660-B121-58E8-D05C299D070B}"/>
              </a:ext>
            </a:extLst>
          </p:cNvPr>
          <p:cNvSpPr/>
          <p:nvPr/>
        </p:nvSpPr>
        <p:spPr>
          <a:xfrm>
            <a:off x="5918369" y="4553364"/>
            <a:ext cx="1621721" cy="45981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436159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C4821A-961F-17E2-5DFC-6B68ECBD3E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3CCFB0D-230D-A39D-D3E1-153BB6CDD1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710" y="452719"/>
            <a:ext cx="7055380" cy="672026"/>
          </a:xfrm>
        </p:spPr>
        <p:txBody>
          <a:bodyPr>
            <a:normAutofit fontScale="90000"/>
          </a:bodyPr>
          <a:lstStyle/>
          <a:p>
            <a:r>
              <a:rPr lang="en-US" altLang="ja-JP" dirty="0"/>
              <a:t>3. Ubuntu</a:t>
            </a:r>
            <a:r>
              <a:rPr lang="ja-JP" altLang="en-US" dirty="0"/>
              <a:t>の導入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C92DF3F-0071-31FD-69E0-6DAC2BB742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1168152"/>
            <a:ext cx="8208912" cy="550120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ja-JP" sz="1400" dirty="0">
                <a:latin typeface="+mj-ea"/>
              </a:rPr>
              <a:t>3</a:t>
            </a:r>
            <a:r>
              <a:rPr lang="en-US" altLang="ja-JP" sz="1400" dirty="0">
                <a:latin typeface="+mj-ea"/>
                <a:ea typeface="+mj-ea"/>
              </a:rPr>
              <a:t>.9</a:t>
            </a:r>
            <a:r>
              <a:rPr lang="ja-JP" altLang="en-US" sz="1400" dirty="0">
                <a:latin typeface="+mj-ea"/>
                <a:ea typeface="+mj-ea"/>
              </a:rPr>
              <a:t>　ストレージ設定</a:t>
            </a:r>
            <a:endParaRPr lang="en-US" altLang="ja-JP" sz="1400" dirty="0">
              <a:latin typeface="+mj-ea"/>
              <a:ea typeface="+mj-ea"/>
            </a:endParaRPr>
          </a:p>
          <a:p>
            <a:pPr marL="0" indent="0">
              <a:buNone/>
            </a:pPr>
            <a:r>
              <a:rPr lang="ja-JP" altLang="en-US" sz="1400" dirty="0">
                <a:latin typeface="+mj-ea"/>
              </a:rPr>
              <a:t>　　</a:t>
            </a:r>
            <a:r>
              <a:rPr lang="en-US" altLang="ja-JP" sz="1400" dirty="0">
                <a:latin typeface="+mj-ea"/>
              </a:rPr>
              <a:t>FILE SYSTEM SUMMARY</a:t>
            </a:r>
            <a:r>
              <a:rPr lang="ja-JP" altLang="en-US" sz="1400" dirty="0">
                <a:latin typeface="+mj-ea"/>
              </a:rPr>
              <a:t>：　</a:t>
            </a:r>
            <a:r>
              <a:rPr lang="en-US" altLang="ja-JP" sz="1400" dirty="0">
                <a:latin typeface="+mj-ea"/>
              </a:rPr>
              <a:t>[</a:t>
            </a:r>
            <a:r>
              <a:rPr lang="ja-JP" altLang="en-US" sz="1400" dirty="0">
                <a:latin typeface="+mj-ea"/>
              </a:rPr>
              <a:t>デフォルト</a:t>
            </a:r>
            <a:r>
              <a:rPr lang="en-US" altLang="ja-JP" sz="1400" dirty="0">
                <a:latin typeface="+mj-ea"/>
              </a:rPr>
              <a:t>]</a:t>
            </a:r>
          </a:p>
          <a:p>
            <a:pPr marL="0" indent="0">
              <a:buNone/>
            </a:pPr>
            <a:r>
              <a:rPr lang="ja-JP" altLang="en-US" sz="1400" dirty="0">
                <a:latin typeface="+mj-ea"/>
              </a:rPr>
              <a:t>　　</a:t>
            </a:r>
            <a:r>
              <a:rPr lang="en-US" altLang="ja-JP" sz="1400" dirty="0">
                <a:latin typeface="+mj-ea"/>
              </a:rPr>
              <a:t>AVAILABLE DEVICE</a:t>
            </a:r>
            <a:r>
              <a:rPr lang="ja-JP" altLang="en-US" sz="1400" dirty="0">
                <a:latin typeface="+mj-ea"/>
              </a:rPr>
              <a:t>：　</a:t>
            </a:r>
            <a:r>
              <a:rPr lang="en-US" altLang="ja-JP" sz="1400" dirty="0">
                <a:latin typeface="+mj-ea"/>
              </a:rPr>
              <a:t>[</a:t>
            </a:r>
            <a:r>
              <a:rPr lang="ja-JP" altLang="en-US" sz="1400" dirty="0">
                <a:latin typeface="+mj-ea"/>
              </a:rPr>
              <a:t>デフォルト</a:t>
            </a:r>
            <a:r>
              <a:rPr lang="en-US" altLang="ja-JP" sz="1400" dirty="0">
                <a:latin typeface="+mj-ea"/>
              </a:rPr>
              <a:t>]</a:t>
            </a:r>
          </a:p>
          <a:p>
            <a:pPr marL="0" indent="0">
              <a:buNone/>
            </a:pPr>
            <a:r>
              <a:rPr lang="ja-JP" altLang="en-US" sz="1400" dirty="0">
                <a:latin typeface="+mj-ea"/>
              </a:rPr>
              <a:t>　　</a:t>
            </a:r>
            <a:r>
              <a:rPr lang="en-US" altLang="ja-JP" sz="1400" dirty="0">
                <a:latin typeface="+mj-ea"/>
              </a:rPr>
              <a:t>USED DEVICES</a:t>
            </a:r>
            <a:r>
              <a:rPr lang="ja-JP" altLang="en-US" sz="1400" dirty="0">
                <a:latin typeface="+mj-ea"/>
              </a:rPr>
              <a:t>：　</a:t>
            </a:r>
            <a:r>
              <a:rPr lang="en-US" altLang="ja-JP" sz="1400" dirty="0">
                <a:latin typeface="+mj-ea"/>
              </a:rPr>
              <a:t>[</a:t>
            </a:r>
            <a:r>
              <a:rPr lang="ja-JP" altLang="en-US" sz="1400" dirty="0">
                <a:latin typeface="+mj-ea"/>
              </a:rPr>
              <a:t>デフォルト</a:t>
            </a:r>
            <a:r>
              <a:rPr lang="en-US" altLang="ja-JP" sz="1400" dirty="0">
                <a:latin typeface="+mj-ea"/>
              </a:rPr>
              <a:t>]</a:t>
            </a:r>
          </a:p>
          <a:p>
            <a:pPr marL="0" indent="0">
              <a:buNone/>
            </a:pPr>
            <a:endParaRPr lang="en-US" altLang="ja-JP" sz="1400" dirty="0">
              <a:latin typeface="+mj-ea"/>
            </a:endParaRPr>
          </a:p>
          <a:p>
            <a:pPr marL="0" indent="0">
              <a:buNone/>
            </a:pPr>
            <a:endParaRPr lang="en-US" altLang="ja-JP" sz="1400" dirty="0">
              <a:latin typeface="+mj-ea"/>
            </a:endParaRPr>
          </a:p>
          <a:p>
            <a:pPr marL="0" indent="0">
              <a:buNone/>
            </a:pPr>
            <a:endParaRPr lang="en-US" altLang="ja-JP" sz="1400" dirty="0">
              <a:latin typeface="+mj-ea"/>
            </a:endParaRPr>
          </a:p>
          <a:p>
            <a:pPr marL="0" indent="0">
              <a:buNone/>
            </a:pPr>
            <a:endParaRPr lang="en-US" altLang="ja-JP" sz="1400" dirty="0">
              <a:latin typeface="+mj-ea"/>
            </a:endParaRPr>
          </a:p>
          <a:p>
            <a:pPr marL="0" indent="0">
              <a:buNone/>
            </a:pPr>
            <a:endParaRPr lang="en-US" altLang="ja-JP" sz="1400" dirty="0">
              <a:latin typeface="+mj-ea"/>
            </a:endParaRPr>
          </a:p>
          <a:p>
            <a:pPr marL="0" indent="0">
              <a:buNone/>
            </a:pPr>
            <a:r>
              <a:rPr lang="en-US" altLang="ja-JP" sz="1400" dirty="0">
                <a:latin typeface="+mj-ea"/>
              </a:rPr>
              <a:t>3.10</a:t>
            </a:r>
            <a:r>
              <a:rPr lang="ja-JP" altLang="en-US" sz="1400" dirty="0">
                <a:latin typeface="+mj-ea"/>
              </a:rPr>
              <a:t>　確認アクション</a:t>
            </a:r>
            <a:endParaRPr lang="en-US" altLang="ja-JP" sz="1400" dirty="0">
              <a:latin typeface="+mj-ea"/>
            </a:endParaRPr>
          </a:p>
          <a:p>
            <a:pPr marL="0" indent="0">
              <a:buNone/>
            </a:pPr>
            <a:r>
              <a:rPr lang="ja-JP" altLang="en-US" sz="1400" dirty="0">
                <a:latin typeface="+mj-ea"/>
              </a:rPr>
              <a:t>　　</a:t>
            </a:r>
            <a:r>
              <a:rPr lang="en-US" altLang="ja-JP" sz="1400" dirty="0">
                <a:latin typeface="+mj-ea"/>
              </a:rPr>
              <a:t>[Continue]</a:t>
            </a:r>
            <a:r>
              <a:rPr lang="ja-JP" altLang="en-US" sz="1400" dirty="0">
                <a:latin typeface="+mj-ea"/>
              </a:rPr>
              <a:t>を選択</a:t>
            </a:r>
            <a:endParaRPr lang="en-US" altLang="ja-JP" sz="1400" dirty="0">
              <a:latin typeface="+mj-ea"/>
            </a:endParaRP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36EF8318-06B2-25B6-E425-F9661C2643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0134" y="1328439"/>
            <a:ext cx="3414758" cy="2316585"/>
          </a:xfrm>
          <a:prstGeom prst="rect">
            <a:avLst/>
          </a:prstGeom>
        </p:spPr>
      </p:pic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17171021-D8EC-A1ED-506F-FA9902FA82CC}"/>
              </a:ext>
            </a:extLst>
          </p:cNvPr>
          <p:cNvSpPr/>
          <p:nvPr/>
        </p:nvSpPr>
        <p:spPr>
          <a:xfrm>
            <a:off x="5796136" y="1527469"/>
            <a:ext cx="2088232" cy="132546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71524434-3243-8D51-6106-0C2D7B15B3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134" y="4172238"/>
            <a:ext cx="3402818" cy="2316585"/>
          </a:xfrm>
          <a:prstGeom prst="rect">
            <a:avLst/>
          </a:prstGeom>
        </p:spPr>
      </p:pic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165BE6E9-E96D-3202-05A4-257585E0787A}"/>
              </a:ext>
            </a:extLst>
          </p:cNvPr>
          <p:cNvSpPr/>
          <p:nvPr/>
        </p:nvSpPr>
        <p:spPr>
          <a:xfrm>
            <a:off x="6540682" y="5069748"/>
            <a:ext cx="1631718" cy="62009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439701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BABEC0-EC08-5429-4BEE-06C2FD61F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 descr="テキスト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C1EB1696-0E03-47CA-46C1-EF3DE977B6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1147" y="1177389"/>
            <a:ext cx="5455995" cy="1487226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59505BAA-4124-EDE4-437C-149B18F9C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710" y="452719"/>
            <a:ext cx="7055380" cy="672026"/>
          </a:xfrm>
        </p:spPr>
        <p:txBody>
          <a:bodyPr>
            <a:normAutofit fontScale="90000"/>
          </a:bodyPr>
          <a:lstStyle/>
          <a:p>
            <a:r>
              <a:rPr lang="en-US" altLang="ja-JP" dirty="0"/>
              <a:t>3. Ubuntu</a:t>
            </a:r>
            <a:r>
              <a:rPr lang="ja-JP" altLang="en-US" dirty="0"/>
              <a:t>の導入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6160A3C-260E-8983-10B8-C0C0EF05D0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1168152"/>
            <a:ext cx="8208912" cy="550120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ja-JP" sz="1400" dirty="0">
                <a:latin typeface="+mj-ea"/>
              </a:rPr>
              <a:t>3</a:t>
            </a:r>
            <a:r>
              <a:rPr lang="en-US" altLang="ja-JP" sz="1400" dirty="0">
                <a:latin typeface="+mj-ea"/>
                <a:ea typeface="+mj-ea"/>
              </a:rPr>
              <a:t>.11 </a:t>
            </a:r>
            <a:r>
              <a:rPr lang="ja-JP" altLang="en-US" sz="1400" dirty="0">
                <a:latin typeface="+mj-ea"/>
                <a:ea typeface="+mj-ea"/>
              </a:rPr>
              <a:t>ユーザー初期設定</a:t>
            </a:r>
            <a:endParaRPr lang="en-US" altLang="ja-JP" sz="1400" dirty="0">
              <a:latin typeface="+mj-ea"/>
              <a:ea typeface="+mj-ea"/>
            </a:endParaRPr>
          </a:p>
          <a:p>
            <a:pPr marL="0" indent="0">
              <a:buNone/>
            </a:pPr>
            <a:r>
              <a:rPr lang="en-US" altLang="ja-JP" sz="1400" dirty="0">
                <a:latin typeface="+mj-ea"/>
                <a:ea typeface="+mj-ea"/>
              </a:rPr>
              <a:t>Your Name:		</a:t>
            </a:r>
            <a:r>
              <a:rPr lang="ja-JP" altLang="en-US" sz="1400" dirty="0">
                <a:latin typeface="+mj-ea"/>
                <a:ea typeface="+mj-ea"/>
              </a:rPr>
              <a:t>管理者名</a:t>
            </a:r>
            <a:endParaRPr lang="en-US" altLang="ja-JP" sz="1400" dirty="0">
              <a:latin typeface="+mj-ea"/>
              <a:ea typeface="+mj-ea"/>
            </a:endParaRPr>
          </a:p>
          <a:p>
            <a:pPr marL="0" indent="0">
              <a:buNone/>
            </a:pPr>
            <a:r>
              <a:rPr lang="en-US" altLang="ja-JP" sz="1400" dirty="0">
                <a:latin typeface="+mj-ea"/>
                <a:ea typeface="+mj-ea"/>
              </a:rPr>
              <a:t>Your Servers  name:	</a:t>
            </a:r>
            <a:r>
              <a:rPr lang="ja-JP" altLang="en-US" sz="1400" dirty="0">
                <a:latin typeface="+mj-ea"/>
                <a:ea typeface="+mj-ea"/>
              </a:rPr>
              <a:t>サーバー名</a:t>
            </a:r>
            <a:endParaRPr lang="en-US" altLang="ja-JP" sz="1400" dirty="0">
              <a:latin typeface="+mj-ea"/>
              <a:ea typeface="+mj-ea"/>
            </a:endParaRPr>
          </a:p>
          <a:p>
            <a:pPr marL="0" indent="0">
              <a:buNone/>
            </a:pPr>
            <a:r>
              <a:rPr lang="en-US" altLang="ja-JP" sz="1400" dirty="0">
                <a:latin typeface="+mj-ea"/>
                <a:ea typeface="+mj-ea"/>
              </a:rPr>
              <a:t>Pick</a:t>
            </a:r>
            <a:r>
              <a:rPr lang="ja-JP" altLang="en-US" sz="1400" dirty="0">
                <a:latin typeface="+mj-ea"/>
              </a:rPr>
              <a:t> </a:t>
            </a:r>
            <a:r>
              <a:rPr lang="en-US" altLang="ja-JP" sz="1400" dirty="0">
                <a:latin typeface="+mj-ea"/>
              </a:rPr>
              <a:t>a</a:t>
            </a:r>
            <a:r>
              <a:rPr lang="ja-JP" altLang="en-US" sz="1400" dirty="0">
                <a:latin typeface="+mj-ea"/>
              </a:rPr>
              <a:t> </a:t>
            </a:r>
            <a:r>
              <a:rPr lang="en-US" altLang="ja-JP" sz="1400" dirty="0">
                <a:latin typeface="+mj-ea"/>
              </a:rPr>
              <a:t>username:	</a:t>
            </a:r>
            <a:r>
              <a:rPr lang="ja-JP" altLang="en-US" sz="1400" dirty="0">
                <a:latin typeface="+mj-ea"/>
              </a:rPr>
              <a:t>管理者</a:t>
            </a:r>
            <a:r>
              <a:rPr lang="en-US" altLang="ja-JP" sz="1400" dirty="0">
                <a:latin typeface="+mj-ea"/>
              </a:rPr>
              <a:t>ID</a:t>
            </a:r>
          </a:p>
          <a:p>
            <a:pPr marL="0" indent="0">
              <a:buNone/>
            </a:pPr>
            <a:r>
              <a:rPr lang="en-US" altLang="ja-JP" sz="1400" dirty="0">
                <a:latin typeface="+mj-ea"/>
                <a:ea typeface="+mj-ea"/>
              </a:rPr>
              <a:t>Choose a password:	</a:t>
            </a:r>
            <a:r>
              <a:rPr lang="ja-JP" altLang="en-US" sz="1400" dirty="0">
                <a:latin typeface="+mj-ea"/>
                <a:ea typeface="+mj-ea"/>
              </a:rPr>
              <a:t>管理者</a:t>
            </a:r>
            <a:r>
              <a:rPr lang="en-US" altLang="ja-JP" sz="1400" dirty="0">
                <a:latin typeface="+mj-ea"/>
                <a:ea typeface="+mj-ea"/>
              </a:rPr>
              <a:t>PW</a:t>
            </a:r>
          </a:p>
          <a:p>
            <a:pPr marL="0" indent="0">
              <a:buNone/>
            </a:pPr>
            <a:r>
              <a:rPr lang="en-US" altLang="ja-JP" sz="1400" dirty="0">
                <a:latin typeface="+mj-ea"/>
              </a:rPr>
              <a:t>Confirm</a:t>
            </a:r>
            <a:r>
              <a:rPr lang="ja-JP" altLang="en-US" sz="1400" dirty="0">
                <a:latin typeface="+mj-ea"/>
              </a:rPr>
              <a:t> </a:t>
            </a:r>
            <a:r>
              <a:rPr lang="en-US" altLang="ja-JP" sz="1400" dirty="0">
                <a:latin typeface="+mj-ea"/>
              </a:rPr>
              <a:t>your</a:t>
            </a:r>
            <a:r>
              <a:rPr lang="ja-JP" altLang="en-US" sz="1400" dirty="0">
                <a:latin typeface="+mj-ea"/>
              </a:rPr>
              <a:t> </a:t>
            </a:r>
            <a:r>
              <a:rPr lang="en-US" altLang="ja-JP" sz="1400" dirty="0">
                <a:latin typeface="+mj-ea"/>
              </a:rPr>
              <a:t>password:</a:t>
            </a:r>
            <a:r>
              <a:rPr lang="en-US" altLang="ja-JP" sz="1400" dirty="0">
                <a:latin typeface="+mj-ea"/>
                <a:ea typeface="+mj-ea"/>
              </a:rPr>
              <a:t> </a:t>
            </a:r>
            <a:r>
              <a:rPr lang="ja-JP" altLang="en-US" sz="1400" dirty="0">
                <a:latin typeface="+mj-ea"/>
                <a:ea typeface="+mj-ea"/>
              </a:rPr>
              <a:t>確認</a:t>
            </a:r>
            <a:endParaRPr lang="en-US" altLang="ja-JP" sz="1400" dirty="0">
              <a:latin typeface="+mj-ea"/>
              <a:ea typeface="+mj-ea"/>
            </a:endParaRPr>
          </a:p>
          <a:p>
            <a:pPr marL="0" indent="0">
              <a:buNone/>
            </a:pPr>
            <a:r>
              <a:rPr lang="en-US" altLang="ja-JP" sz="1400" dirty="0">
                <a:latin typeface="+mj-ea"/>
              </a:rPr>
              <a:t>※1</a:t>
            </a:r>
            <a:r>
              <a:rPr lang="ja-JP" altLang="en-US" sz="1400" dirty="0">
                <a:latin typeface="+mj-ea"/>
              </a:rPr>
              <a:t>：</a:t>
            </a:r>
            <a:r>
              <a:rPr lang="en-US" altLang="ja-JP" sz="1400" dirty="0">
                <a:latin typeface="+mj-ea"/>
              </a:rPr>
              <a:t>Name </a:t>
            </a:r>
            <a:r>
              <a:rPr lang="ja-JP" altLang="en-US" sz="1400" dirty="0">
                <a:latin typeface="+mj-ea"/>
              </a:rPr>
              <a:t>命名規則の</a:t>
            </a:r>
            <a:r>
              <a:rPr lang="en-US" altLang="ja-JP" sz="1400" dirty="0">
                <a:latin typeface="+mj-ea"/>
              </a:rPr>
              <a:t>NG</a:t>
            </a:r>
            <a:r>
              <a:rPr lang="ja-JP" altLang="en-US" sz="1400" dirty="0">
                <a:latin typeface="+mj-ea"/>
              </a:rPr>
              <a:t>条件（</a:t>
            </a:r>
            <a:r>
              <a:rPr lang="en-US" altLang="ja-JP" sz="1400" dirty="0" err="1">
                <a:latin typeface="+mj-ea"/>
              </a:rPr>
              <a:t>Subiquity</a:t>
            </a:r>
            <a:r>
              <a:rPr lang="en-US" altLang="ja-JP" sz="1400" dirty="0">
                <a:latin typeface="+mj-ea"/>
              </a:rPr>
              <a:t> 24.04.3 </a:t>
            </a:r>
            <a:r>
              <a:rPr lang="ja-JP" altLang="en-US" sz="1400" dirty="0">
                <a:latin typeface="+mj-ea"/>
              </a:rPr>
              <a:t>で特に厳しい）</a:t>
            </a:r>
            <a:br>
              <a:rPr lang="en-US" altLang="ja-JP" sz="1400" dirty="0">
                <a:latin typeface="+mj-ea"/>
              </a:rPr>
            </a:br>
            <a:r>
              <a:rPr lang="en-US" altLang="ja-JP" sz="1400" dirty="0">
                <a:latin typeface="+mj-ea"/>
              </a:rPr>
              <a:t> -</a:t>
            </a:r>
            <a:r>
              <a:rPr lang="ja-JP" altLang="en-US" sz="1400" dirty="0">
                <a:latin typeface="+mj-ea"/>
              </a:rPr>
              <a:t> 大文字を含む</a:t>
            </a:r>
            <a:br>
              <a:rPr lang="en-US" altLang="ja-JP" sz="1400" dirty="0">
                <a:latin typeface="+mj-ea"/>
              </a:rPr>
            </a:br>
            <a:r>
              <a:rPr lang="en-US" altLang="ja-JP" sz="1400" dirty="0">
                <a:latin typeface="+mj-ea"/>
              </a:rPr>
              <a:t> - _</a:t>
            </a:r>
            <a:r>
              <a:rPr lang="ja-JP" altLang="en-US" sz="1400" dirty="0">
                <a:latin typeface="+mj-ea"/>
              </a:rPr>
              <a:t>（アンダースコア）を含む</a:t>
            </a:r>
            <a:br>
              <a:rPr lang="en-US" altLang="ja-JP" sz="1400" dirty="0">
                <a:latin typeface="+mj-ea"/>
              </a:rPr>
            </a:br>
            <a:r>
              <a:rPr lang="en-US" altLang="ja-JP" sz="1400" dirty="0">
                <a:latin typeface="+mj-ea"/>
              </a:rPr>
              <a:t> - </a:t>
            </a:r>
            <a:r>
              <a:rPr lang="ja-JP" altLang="en-US" sz="1400" dirty="0">
                <a:latin typeface="+mj-ea"/>
              </a:rPr>
              <a:t>先頭が数字</a:t>
            </a:r>
            <a:br>
              <a:rPr lang="en-US" altLang="ja-JP" sz="1400" dirty="0">
                <a:latin typeface="+mj-ea"/>
              </a:rPr>
            </a:br>
            <a:r>
              <a:rPr lang="en-US" altLang="ja-JP" sz="1400" dirty="0">
                <a:latin typeface="+mj-ea"/>
              </a:rPr>
              <a:t> - 31</a:t>
            </a:r>
            <a:r>
              <a:rPr lang="ja-JP" altLang="en-US" sz="1400" dirty="0">
                <a:latin typeface="+mj-ea"/>
              </a:rPr>
              <a:t>文字超</a:t>
            </a:r>
            <a:endParaRPr lang="en-US" altLang="ja-JP" sz="1400" dirty="0">
              <a:latin typeface="+mj-ea"/>
            </a:endParaRPr>
          </a:p>
          <a:p>
            <a:pPr marL="0" indent="0">
              <a:buNone/>
            </a:pPr>
            <a:r>
              <a:rPr lang="ja-JP" altLang="en-US" sz="1400" dirty="0">
                <a:latin typeface="+mj-ea"/>
              </a:rPr>
              <a:t> </a:t>
            </a:r>
            <a:r>
              <a:rPr lang="en-US" altLang="ja-JP" sz="1400" dirty="0">
                <a:latin typeface="+mj-ea"/>
              </a:rPr>
              <a:t>-</a:t>
            </a:r>
            <a:r>
              <a:rPr lang="ja-JP" altLang="en-US" sz="1400" dirty="0">
                <a:latin typeface="+mj-ea"/>
              </a:rPr>
              <a:t> 予約語（</a:t>
            </a:r>
            <a:r>
              <a:rPr lang="en-US" altLang="ja-JP" sz="1400" dirty="0">
                <a:latin typeface="+mj-ea"/>
              </a:rPr>
              <a:t>admin, ubuntu, root </a:t>
            </a:r>
            <a:r>
              <a:rPr lang="ja-JP" altLang="en-US" sz="1400" dirty="0">
                <a:latin typeface="+mj-ea"/>
              </a:rPr>
              <a:t>など </a:t>
            </a:r>
            <a:r>
              <a:rPr lang="en-US" altLang="ja-JP" sz="1400" dirty="0">
                <a:latin typeface="+mj-ea"/>
              </a:rPr>
              <a:t>※</a:t>
            </a:r>
            <a:r>
              <a:rPr lang="ja-JP" altLang="en-US" sz="1400" dirty="0">
                <a:latin typeface="+mj-ea"/>
              </a:rPr>
              <a:t>環境依存）</a:t>
            </a:r>
            <a:endParaRPr lang="en-US" altLang="ja-JP" sz="1400" dirty="0">
              <a:latin typeface="+mj-ea"/>
            </a:endParaRPr>
          </a:p>
          <a:p>
            <a:pPr marL="0" indent="0">
              <a:buNone/>
            </a:pPr>
            <a:endParaRPr lang="en-US" altLang="ja-JP" sz="1400" dirty="0">
              <a:latin typeface="+mj-ea"/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D5DF602E-80F9-8F21-6A27-835B0393B790}"/>
              </a:ext>
            </a:extLst>
          </p:cNvPr>
          <p:cNvSpPr/>
          <p:nvPr/>
        </p:nvSpPr>
        <p:spPr>
          <a:xfrm>
            <a:off x="4139952" y="1385560"/>
            <a:ext cx="4464496" cy="115212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29877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F3A6D4-715E-095F-27CC-12DEE5CF4C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62EF85B-1EBB-F43D-52BB-DEDC002293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710" y="452719"/>
            <a:ext cx="7055380" cy="672026"/>
          </a:xfrm>
        </p:spPr>
        <p:txBody>
          <a:bodyPr>
            <a:normAutofit fontScale="90000"/>
          </a:bodyPr>
          <a:lstStyle/>
          <a:p>
            <a:r>
              <a:rPr lang="en-US" altLang="ja-JP" dirty="0"/>
              <a:t>3. Ubuntu</a:t>
            </a:r>
            <a:r>
              <a:rPr lang="ja-JP" altLang="en-US" dirty="0"/>
              <a:t>の導入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F25CF10-7316-19A4-66A6-1260ED2612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1168152"/>
            <a:ext cx="8208912" cy="550120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ja-JP" sz="1400" dirty="0">
                <a:latin typeface="+mj-ea"/>
              </a:rPr>
              <a:t>3</a:t>
            </a:r>
            <a:r>
              <a:rPr lang="en-US" altLang="ja-JP" sz="1400" dirty="0">
                <a:latin typeface="+mj-ea"/>
                <a:ea typeface="+mj-ea"/>
              </a:rPr>
              <a:t>.12 Pro</a:t>
            </a:r>
            <a:r>
              <a:rPr lang="ja-JP" altLang="en-US" sz="1400" dirty="0">
                <a:latin typeface="+mj-ea"/>
                <a:ea typeface="+mj-ea"/>
              </a:rPr>
              <a:t>へのアップグレード確認</a:t>
            </a:r>
            <a:endParaRPr lang="en-US" altLang="ja-JP" sz="1400" dirty="0">
              <a:latin typeface="+mj-ea"/>
              <a:ea typeface="+mj-ea"/>
            </a:endParaRPr>
          </a:p>
          <a:p>
            <a:pPr marL="0" indent="0">
              <a:buNone/>
            </a:pPr>
            <a:r>
              <a:rPr lang="en-US" altLang="ja-JP" sz="1400" dirty="0">
                <a:latin typeface="+mj-ea"/>
              </a:rPr>
              <a:t>    </a:t>
            </a:r>
            <a:r>
              <a:rPr lang="ja-JP" altLang="en-US" sz="1400" dirty="0">
                <a:latin typeface="+mj-ea"/>
              </a:rPr>
              <a:t>スキップを選択</a:t>
            </a:r>
            <a:endParaRPr lang="en-US" altLang="ja-JP" sz="1400" dirty="0">
              <a:latin typeface="+mj-ea"/>
              <a:ea typeface="+mj-ea"/>
            </a:endParaRPr>
          </a:p>
          <a:p>
            <a:pPr marL="0" indent="0">
              <a:buNone/>
            </a:pPr>
            <a:r>
              <a:rPr lang="ja-JP" altLang="en-US" sz="1400" dirty="0">
                <a:latin typeface="+mj-ea"/>
              </a:rPr>
              <a:t>　</a:t>
            </a:r>
            <a:r>
              <a:rPr lang="en-US" altLang="ja-JP" sz="1400" dirty="0">
                <a:latin typeface="+mj-ea"/>
              </a:rPr>
              <a:t>(x) Skip</a:t>
            </a:r>
            <a:r>
              <a:rPr lang="ja-JP" altLang="en-US" sz="1400" dirty="0">
                <a:latin typeface="+mj-ea"/>
              </a:rPr>
              <a:t> </a:t>
            </a:r>
            <a:r>
              <a:rPr lang="en-US" altLang="ja-JP" sz="1400" dirty="0">
                <a:latin typeface="+mj-ea"/>
              </a:rPr>
              <a:t>Ubuntu</a:t>
            </a:r>
            <a:r>
              <a:rPr lang="ja-JP" altLang="en-US" sz="1400" dirty="0">
                <a:latin typeface="+mj-ea"/>
              </a:rPr>
              <a:t> </a:t>
            </a:r>
            <a:r>
              <a:rPr lang="en-US" altLang="ja-JP" sz="1400" dirty="0">
                <a:latin typeface="+mj-ea"/>
              </a:rPr>
              <a:t>Pro</a:t>
            </a:r>
            <a:r>
              <a:rPr lang="ja-JP" altLang="en-US" sz="1400" dirty="0">
                <a:latin typeface="+mj-ea"/>
              </a:rPr>
              <a:t> </a:t>
            </a:r>
            <a:r>
              <a:rPr lang="en-US" altLang="ja-JP" sz="1400" dirty="0">
                <a:latin typeface="+mj-ea"/>
              </a:rPr>
              <a:t>setup</a:t>
            </a:r>
            <a:r>
              <a:rPr lang="ja-JP" altLang="en-US" sz="1400" dirty="0">
                <a:latin typeface="+mj-ea"/>
              </a:rPr>
              <a:t> </a:t>
            </a:r>
            <a:r>
              <a:rPr lang="en-US" altLang="ja-JP" sz="1400" dirty="0">
                <a:latin typeface="+mj-ea"/>
              </a:rPr>
              <a:t>for</a:t>
            </a:r>
            <a:r>
              <a:rPr lang="ja-JP" altLang="en-US" sz="1400" dirty="0">
                <a:latin typeface="+mj-ea"/>
              </a:rPr>
              <a:t> </a:t>
            </a:r>
            <a:r>
              <a:rPr lang="en-US" altLang="ja-JP" sz="1400" dirty="0">
                <a:latin typeface="+mj-ea"/>
              </a:rPr>
              <a:t>new</a:t>
            </a:r>
          </a:p>
          <a:p>
            <a:pPr marL="0" indent="0">
              <a:buNone/>
            </a:pPr>
            <a:endParaRPr lang="en-US" altLang="ja-JP" sz="1400" dirty="0">
              <a:latin typeface="+mj-ea"/>
            </a:endParaRPr>
          </a:p>
          <a:p>
            <a:pPr marL="0" indent="0">
              <a:buNone/>
            </a:pPr>
            <a:endParaRPr lang="en-US" altLang="ja-JP" sz="1400" dirty="0">
              <a:latin typeface="+mj-ea"/>
            </a:endParaRPr>
          </a:p>
          <a:p>
            <a:pPr marL="0" indent="0">
              <a:buNone/>
            </a:pPr>
            <a:endParaRPr lang="en-US" altLang="ja-JP" sz="1400" dirty="0">
              <a:latin typeface="+mj-ea"/>
            </a:endParaRPr>
          </a:p>
          <a:p>
            <a:pPr marL="0" indent="0">
              <a:buNone/>
            </a:pPr>
            <a:endParaRPr lang="en-US" altLang="ja-JP" sz="1400" dirty="0">
              <a:latin typeface="+mj-ea"/>
            </a:endParaRPr>
          </a:p>
          <a:p>
            <a:pPr marL="0" indent="0">
              <a:buNone/>
            </a:pPr>
            <a:r>
              <a:rPr lang="en-US" altLang="ja-JP" sz="1400" dirty="0">
                <a:latin typeface="+mj-ea"/>
              </a:rPr>
              <a:t>3.13 SSH</a:t>
            </a:r>
            <a:r>
              <a:rPr lang="ja-JP" altLang="en-US" sz="1400" dirty="0">
                <a:latin typeface="+mj-ea"/>
              </a:rPr>
              <a:t>設定</a:t>
            </a:r>
            <a:endParaRPr lang="en-US" altLang="ja-JP" sz="1400" dirty="0">
              <a:latin typeface="+mj-ea"/>
            </a:endParaRPr>
          </a:p>
          <a:p>
            <a:pPr marL="0" indent="0">
              <a:buNone/>
            </a:pPr>
            <a:r>
              <a:rPr lang="en-US" altLang="ja-JP" sz="1400" dirty="0">
                <a:latin typeface="+mj-ea"/>
              </a:rPr>
              <a:t>    OpenSSH</a:t>
            </a:r>
            <a:r>
              <a:rPr lang="ja-JP" altLang="en-US" sz="1400" dirty="0">
                <a:latin typeface="+mj-ea"/>
              </a:rPr>
              <a:t>の導入を選択</a:t>
            </a:r>
            <a:endParaRPr lang="en-US" altLang="ja-JP" sz="1400" dirty="0">
              <a:latin typeface="+mj-ea"/>
            </a:endParaRPr>
          </a:p>
          <a:p>
            <a:pPr marL="0" indent="0">
              <a:buNone/>
            </a:pPr>
            <a:r>
              <a:rPr lang="ja-JP" altLang="en-US" sz="1400" dirty="0">
                <a:latin typeface="+mj-ea"/>
              </a:rPr>
              <a:t>　</a:t>
            </a:r>
            <a:r>
              <a:rPr lang="en-US" altLang="ja-JP" sz="1400" dirty="0">
                <a:latin typeface="+mj-ea"/>
              </a:rPr>
              <a:t>(x) Install OpenSSH</a:t>
            </a:r>
            <a:r>
              <a:rPr lang="ja-JP" altLang="en-US" sz="1400" dirty="0">
                <a:latin typeface="+mj-ea"/>
              </a:rPr>
              <a:t> </a:t>
            </a:r>
            <a:r>
              <a:rPr lang="en-US" altLang="ja-JP" sz="1400" dirty="0">
                <a:latin typeface="+mj-ea"/>
              </a:rPr>
              <a:t>server</a:t>
            </a:r>
          </a:p>
          <a:p>
            <a:pPr marL="0" indent="0">
              <a:buNone/>
            </a:pPr>
            <a:endParaRPr lang="en-US" altLang="ja-JP" sz="1400" dirty="0">
              <a:latin typeface="+mj-ea"/>
            </a:endParaRPr>
          </a:p>
          <a:p>
            <a:pPr marL="0" indent="0">
              <a:buNone/>
            </a:pPr>
            <a:endParaRPr lang="en-US" altLang="ja-JP" sz="1400" dirty="0">
              <a:latin typeface="+mj-ea"/>
            </a:endParaRPr>
          </a:p>
        </p:txBody>
      </p:sp>
      <p:pic>
        <p:nvPicPr>
          <p:cNvPr id="6" name="図 5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877CB882-28D2-E954-C743-45BA147E24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1760" y="2204864"/>
            <a:ext cx="6125895" cy="1080119"/>
          </a:xfrm>
          <a:prstGeom prst="rect">
            <a:avLst/>
          </a:prstGeom>
        </p:spPr>
      </p:pic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700A8DEE-3115-E459-F8B0-84EEAF2A8908}"/>
              </a:ext>
            </a:extLst>
          </p:cNvPr>
          <p:cNvSpPr/>
          <p:nvPr/>
        </p:nvSpPr>
        <p:spPr>
          <a:xfrm>
            <a:off x="3059832" y="2371274"/>
            <a:ext cx="4392488" cy="91370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8" name="図 7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7CA2841B-DF9D-00D2-C08E-71706F4D8D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6211" y="4509120"/>
            <a:ext cx="6151444" cy="1435337"/>
          </a:xfrm>
          <a:prstGeom prst="rect">
            <a:avLst/>
          </a:prstGeom>
        </p:spPr>
      </p:pic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6F736E59-012E-13FC-35DC-B727BE31CA3E}"/>
              </a:ext>
            </a:extLst>
          </p:cNvPr>
          <p:cNvSpPr/>
          <p:nvPr/>
        </p:nvSpPr>
        <p:spPr>
          <a:xfrm>
            <a:off x="2987824" y="4725144"/>
            <a:ext cx="4392488" cy="115212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929849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D0EF58-8EEA-4105-E94D-5BB677706F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A049C35-EEE0-C573-67D0-B64C5CDEE9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710" y="452719"/>
            <a:ext cx="7055380" cy="672026"/>
          </a:xfrm>
        </p:spPr>
        <p:txBody>
          <a:bodyPr>
            <a:normAutofit fontScale="90000"/>
          </a:bodyPr>
          <a:lstStyle/>
          <a:p>
            <a:r>
              <a:rPr lang="en-US" altLang="ja-JP" dirty="0"/>
              <a:t>3. Ubuntu</a:t>
            </a:r>
            <a:r>
              <a:rPr lang="ja-JP" altLang="en-US" dirty="0"/>
              <a:t>の導入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1F5CDD7-1D55-71F0-C32C-381ACA256C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1168152"/>
            <a:ext cx="8208912" cy="550120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ja-JP" sz="1400" dirty="0">
                <a:latin typeface="+mj-ea"/>
              </a:rPr>
              <a:t>3</a:t>
            </a:r>
            <a:r>
              <a:rPr lang="en-US" altLang="ja-JP" sz="1400" dirty="0">
                <a:latin typeface="+mj-ea"/>
                <a:ea typeface="+mj-ea"/>
              </a:rPr>
              <a:t>.1</a:t>
            </a:r>
            <a:r>
              <a:rPr lang="en-US" altLang="ja-JP" sz="1400" dirty="0">
                <a:latin typeface="+mj-ea"/>
              </a:rPr>
              <a:t>4 </a:t>
            </a:r>
            <a:r>
              <a:rPr lang="ja-JP" altLang="en-US" sz="1400" dirty="0">
                <a:latin typeface="+mj-ea"/>
              </a:rPr>
              <a:t>システムの導入</a:t>
            </a:r>
            <a:endParaRPr lang="en-US" altLang="ja-JP" sz="1400" dirty="0">
              <a:latin typeface="+mj-ea"/>
            </a:endParaRPr>
          </a:p>
          <a:p>
            <a:pPr marL="0" indent="0">
              <a:buNone/>
            </a:pPr>
            <a:r>
              <a:rPr lang="ja-JP" altLang="en-US" sz="1400" dirty="0">
                <a:latin typeface="+mj-ea"/>
                <a:ea typeface="+mj-ea"/>
              </a:rPr>
              <a:t>導入完了したら、</a:t>
            </a:r>
            <a:r>
              <a:rPr lang="en-US" altLang="ja-JP" sz="1400" dirty="0">
                <a:latin typeface="+mj-ea"/>
                <a:ea typeface="+mj-ea"/>
              </a:rPr>
              <a:t>[Reboot</a:t>
            </a:r>
            <a:r>
              <a:rPr lang="ja-JP" altLang="en-US" sz="1400" dirty="0">
                <a:latin typeface="+mj-ea"/>
              </a:rPr>
              <a:t> </a:t>
            </a:r>
            <a:r>
              <a:rPr lang="en-US" altLang="ja-JP" sz="1400" dirty="0">
                <a:latin typeface="+mj-ea"/>
                <a:ea typeface="+mj-ea"/>
              </a:rPr>
              <a:t>Now]</a:t>
            </a:r>
            <a:r>
              <a:rPr lang="ja-JP" altLang="en-US" sz="1400" dirty="0">
                <a:latin typeface="+mj-ea"/>
                <a:ea typeface="+mj-ea"/>
              </a:rPr>
              <a:t>ボタンを押す</a:t>
            </a:r>
            <a:r>
              <a:rPr lang="en-US" altLang="ja-JP" sz="1400" dirty="0">
                <a:latin typeface="+mj-ea"/>
                <a:ea typeface="+mj-ea"/>
              </a:rPr>
              <a:t> </a:t>
            </a:r>
            <a:endParaRPr lang="en-US" altLang="ja-JP" sz="1400" dirty="0">
              <a:latin typeface="+mj-ea"/>
            </a:endParaRPr>
          </a:p>
          <a:p>
            <a:pPr marL="0" indent="0">
              <a:buNone/>
            </a:pPr>
            <a:endParaRPr lang="en-US" altLang="ja-JP" sz="1400" dirty="0">
              <a:latin typeface="+mj-ea"/>
            </a:endParaRPr>
          </a:p>
        </p:txBody>
      </p:sp>
      <p:pic>
        <p:nvPicPr>
          <p:cNvPr id="5" name="図 4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E5CF42C2-E446-6670-13E1-6C53A039EA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9712" y="2132856"/>
            <a:ext cx="6220387" cy="4075963"/>
          </a:xfrm>
          <a:prstGeom prst="rect">
            <a:avLst/>
          </a:prstGeom>
        </p:spPr>
      </p:pic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04458E35-DD5D-D6FA-5D1B-15E56207FDA2}"/>
              </a:ext>
            </a:extLst>
          </p:cNvPr>
          <p:cNvSpPr/>
          <p:nvPr/>
        </p:nvSpPr>
        <p:spPr>
          <a:xfrm>
            <a:off x="4710573" y="6071524"/>
            <a:ext cx="1152128" cy="11552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525841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E160E2-3394-8571-6642-FB72590044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790DA08-9582-095E-55EC-91F9BC7283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710" y="452719"/>
            <a:ext cx="7055380" cy="672026"/>
          </a:xfrm>
        </p:spPr>
        <p:txBody>
          <a:bodyPr>
            <a:normAutofit fontScale="90000"/>
          </a:bodyPr>
          <a:lstStyle/>
          <a:p>
            <a:r>
              <a:rPr lang="en-US" altLang="ja-JP" dirty="0"/>
              <a:t>3. Ubuntu</a:t>
            </a:r>
            <a:r>
              <a:rPr lang="ja-JP" altLang="en-US" dirty="0"/>
              <a:t>の導入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DD1054E-D17A-684C-631E-E23CBCA215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1168152"/>
            <a:ext cx="8208912" cy="550120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ja-JP" sz="1400" dirty="0">
                <a:latin typeface="+mj-ea"/>
              </a:rPr>
              <a:t>3</a:t>
            </a:r>
            <a:r>
              <a:rPr lang="en-US" altLang="ja-JP" sz="1400" dirty="0">
                <a:latin typeface="+mj-ea"/>
                <a:ea typeface="+mj-ea"/>
              </a:rPr>
              <a:t>.1</a:t>
            </a:r>
            <a:r>
              <a:rPr lang="en-US" altLang="ja-JP" sz="1400" dirty="0">
                <a:latin typeface="+mj-ea"/>
              </a:rPr>
              <a:t>5 Ubuntu</a:t>
            </a:r>
            <a:r>
              <a:rPr lang="ja-JP" altLang="en-US" sz="1400" dirty="0">
                <a:latin typeface="+mj-ea"/>
              </a:rPr>
              <a:t>導入完了</a:t>
            </a:r>
            <a:endParaRPr lang="en-US" altLang="ja-JP" sz="1400" dirty="0">
              <a:latin typeface="+mj-ea"/>
            </a:endParaRPr>
          </a:p>
          <a:p>
            <a:pPr marL="0" indent="0">
              <a:buNone/>
            </a:pPr>
            <a:r>
              <a:rPr lang="en-US" altLang="ja-JP" sz="1400" dirty="0">
                <a:latin typeface="+mj-ea"/>
                <a:ea typeface="+mj-ea"/>
              </a:rPr>
              <a:t> </a:t>
            </a:r>
            <a:r>
              <a:rPr lang="ja-JP" altLang="en-US" sz="1400" dirty="0">
                <a:latin typeface="+mj-ea"/>
                <a:ea typeface="+mj-ea"/>
              </a:rPr>
              <a:t>　</a:t>
            </a:r>
            <a:r>
              <a:rPr lang="en-US" altLang="ja-JP" sz="1400" dirty="0">
                <a:latin typeface="+mj-ea"/>
                <a:ea typeface="+mj-ea"/>
              </a:rPr>
              <a:t>Ubuntu</a:t>
            </a:r>
            <a:r>
              <a:rPr lang="ja-JP" altLang="en-US" sz="1400" dirty="0">
                <a:latin typeface="+mj-ea"/>
                <a:ea typeface="+mj-ea"/>
              </a:rPr>
              <a:t>サーバーの導入が完了したので、設定したユーザー</a:t>
            </a:r>
            <a:r>
              <a:rPr lang="en-US" altLang="ja-JP" sz="1400" dirty="0">
                <a:latin typeface="+mj-ea"/>
                <a:ea typeface="+mj-ea"/>
              </a:rPr>
              <a:t>ID</a:t>
            </a:r>
            <a:r>
              <a:rPr lang="ja-JP" altLang="en-US" sz="1400" dirty="0">
                <a:latin typeface="+mj-ea"/>
                <a:ea typeface="+mj-ea"/>
              </a:rPr>
              <a:t>とパスワードでログインください。</a:t>
            </a:r>
            <a:endParaRPr lang="en-US" altLang="ja-JP" sz="1400" dirty="0">
              <a:latin typeface="+mj-ea"/>
            </a:endParaRPr>
          </a:p>
          <a:p>
            <a:pPr marL="0" indent="0">
              <a:buNone/>
            </a:pPr>
            <a:endParaRPr lang="en-US" altLang="ja-JP" sz="1400" dirty="0">
              <a:latin typeface="+mj-ea"/>
            </a:endParaRPr>
          </a:p>
        </p:txBody>
      </p:sp>
      <p:pic>
        <p:nvPicPr>
          <p:cNvPr id="5" name="図 4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F8520D11-4A2C-9402-B88A-86EAB8A5B8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32" y="2050538"/>
            <a:ext cx="6125580" cy="4258782"/>
          </a:xfrm>
          <a:prstGeom prst="rect">
            <a:avLst/>
          </a:prstGeom>
        </p:spPr>
      </p:pic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0C155E52-AFAB-D921-38B5-195E3781CD2A}"/>
              </a:ext>
            </a:extLst>
          </p:cNvPr>
          <p:cNvSpPr/>
          <p:nvPr/>
        </p:nvSpPr>
        <p:spPr>
          <a:xfrm>
            <a:off x="1187624" y="2628460"/>
            <a:ext cx="1224136" cy="21602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646692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1CF352-27D3-2DBF-BBB7-C731041BA8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17DB66E-4AAE-0F98-DC36-20F6EDAB96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710" y="452719"/>
            <a:ext cx="7055380" cy="672026"/>
          </a:xfrm>
        </p:spPr>
        <p:txBody>
          <a:bodyPr>
            <a:normAutofit fontScale="90000"/>
          </a:bodyPr>
          <a:lstStyle/>
          <a:p>
            <a:r>
              <a:rPr lang="en-US" altLang="ja-JP" dirty="0"/>
              <a:t>3. Ubuntu</a:t>
            </a:r>
            <a:r>
              <a:rPr lang="ja-JP" altLang="en-US" dirty="0"/>
              <a:t>の導入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7B11D67-DBC4-971E-F779-6E46815B46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1168152"/>
            <a:ext cx="8208912" cy="550120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ja-JP" sz="1400" dirty="0">
                <a:latin typeface="+mj-ea"/>
              </a:rPr>
              <a:t>3</a:t>
            </a:r>
            <a:r>
              <a:rPr lang="en-US" altLang="ja-JP" sz="1400" dirty="0">
                <a:latin typeface="+mj-ea"/>
                <a:ea typeface="+mj-ea"/>
              </a:rPr>
              <a:t>.16</a:t>
            </a:r>
            <a:r>
              <a:rPr lang="ja-JP" altLang="en-US" sz="1400" dirty="0">
                <a:latin typeface="+mj-ea"/>
                <a:ea typeface="+mj-ea"/>
              </a:rPr>
              <a:t>　ログイン完了後、管理者へ昇格する</a:t>
            </a:r>
            <a:r>
              <a:rPr lang="en-US" altLang="ja-JP" sz="1400" dirty="0">
                <a:latin typeface="+mj-ea"/>
                <a:ea typeface="+mj-ea"/>
              </a:rPr>
              <a:t> </a:t>
            </a:r>
            <a:endParaRPr lang="en-US" altLang="ja-JP" sz="1400" dirty="0">
              <a:latin typeface="+mj-ea"/>
            </a:endParaRPr>
          </a:p>
          <a:p>
            <a:pPr marL="0" indent="0">
              <a:buNone/>
            </a:pPr>
            <a:r>
              <a:rPr lang="ja-JP" altLang="en-US" sz="1400" dirty="0">
                <a:latin typeface="+mj-ea"/>
              </a:rPr>
              <a:t>　コマンドラインインターフェース（ＣＬＩ）から　</a:t>
            </a:r>
            <a:r>
              <a:rPr lang="en-US" altLang="ja-JP" sz="1400" dirty="0">
                <a:latin typeface="+mj-ea"/>
              </a:rPr>
              <a:t>Sudo</a:t>
            </a:r>
            <a:r>
              <a:rPr lang="ja-JP" altLang="en-US" sz="1400" dirty="0">
                <a:latin typeface="+mj-ea"/>
              </a:rPr>
              <a:t>コマンドで昇格</a:t>
            </a:r>
            <a:endParaRPr lang="en-US" altLang="ja-JP" sz="1400" dirty="0">
              <a:latin typeface="+mj-ea"/>
            </a:endParaRPr>
          </a:p>
          <a:p>
            <a:pPr marL="0" indent="0">
              <a:buNone/>
            </a:pPr>
            <a:r>
              <a:rPr lang="ja-JP" altLang="en-US" sz="1400" dirty="0">
                <a:latin typeface="+mj-ea"/>
              </a:rPr>
              <a:t>　</a:t>
            </a:r>
            <a:r>
              <a:rPr lang="en-US" altLang="ja-JP" sz="1400" dirty="0">
                <a:latin typeface="+mj-ea"/>
              </a:rPr>
              <a:t>$</a:t>
            </a:r>
            <a:r>
              <a:rPr lang="ja-JP" altLang="en-US" sz="1400" dirty="0">
                <a:latin typeface="+mj-ea"/>
              </a:rPr>
              <a:t> </a:t>
            </a:r>
            <a:r>
              <a:rPr lang="en-US" altLang="ja-JP" sz="1400" dirty="0" err="1">
                <a:latin typeface="+mj-ea"/>
              </a:rPr>
              <a:t>sudo</a:t>
            </a:r>
            <a:r>
              <a:rPr lang="ja-JP" altLang="en-US" sz="1400" dirty="0">
                <a:latin typeface="+mj-ea"/>
              </a:rPr>
              <a:t> </a:t>
            </a:r>
            <a:r>
              <a:rPr lang="en-US" altLang="ja-JP" sz="1400" dirty="0" err="1">
                <a:latin typeface="+mj-ea"/>
              </a:rPr>
              <a:t>su</a:t>
            </a:r>
            <a:r>
              <a:rPr lang="ja-JP" altLang="en-US" sz="1400" dirty="0">
                <a:latin typeface="+mj-ea"/>
              </a:rPr>
              <a:t> </a:t>
            </a:r>
            <a:r>
              <a:rPr lang="en-US" altLang="ja-JP" sz="1400" dirty="0">
                <a:latin typeface="+mj-ea"/>
              </a:rPr>
              <a:t>–</a:t>
            </a:r>
            <a:r>
              <a:rPr lang="ja-JP" altLang="en-US" sz="1400" dirty="0">
                <a:latin typeface="+mj-ea"/>
              </a:rPr>
              <a:t> </a:t>
            </a:r>
            <a:endParaRPr lang="en-US" altLang="ja-JP" sz="1400" dirty="0">
              <a:latin typeface="+mj-ea"/>
            </a:endParaRPr>
          </a:p>
          <a:p>
            <a:pPr marL="0" indent="0">
              <a:buNone/>
            </a:pPr>
            <a:r>
              <a:rPr lang="en-US" altLang="ja-JP" sz="1400" dirty="0">
                <a:latin typeface="+mj-ea"/>
              </a:rPr>
              <a:t>   [</a:t>
            </a:r>
            <a:r>
              <a:rPr lang="en-US" altLang="ja-JP" sz="1400" dirty="0" err="1">
                <a:latin typeface="+mj-ea"/>
              </a:rPr>
              <a:t>sudo</a:t>
            </a:r>
            <a:r>
              <a:rPr lang="en-US" altLang="ja-JP" sz="1400" dirty="0">
                <a:latin typeface="+mj-ea"/>
              </a:rPr>
              <a:t>] password for user: &lt;</a:t>
            </a:r>
            <a:r>
              <a:rPr lang="ja-JP" altLang="en-US" sz="1400" dirty="0">
                <a:latin typeface="+mj-ea"/>
              </a:rPr>
              <a:t>パスワードを入力</a:t>
            </a:r>
            <a:r>
              <a:rPr lang="en-US" altLang="ja-JP" sz="1400" dirty="0">
                <a:latin typeface="+mj-ea"/>
              </a:rPr>
              <a:t>&gt;</a:t>
            </a:r>
          </a:p>
        </p:txBody>
      </p:sp>
      <p:pic>
        <p:nvPicPr>
          <p:cNvPr id="7" name="図 6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38731C8D-4E68-CC2F-DDC1-428B91636E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9526" y="2509265"/>
            <a:ext cx="5604947" cy="3907274"/>
          </a:xfrm>
          <a:prstGeom prst="rect">
            <a:avLst/>
          </a:prstGeom>
        </p:spPr>
      </p:pic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7DF2625D-71C9-78B9-C168-86FCC9DAB63B}"/>
              </a:ext>
            </a:extLst>
          </p:cNvPr>
          <p:cNvSpPr/>
          <p:nvPr/>
        </p:nvSpPr>
        <p:spPr>
          <a:xfrm>
            <a:off x="1769526" y="4653137"/>
            <a:ext cx="1290306" cy="21602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229516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2B94DB-D543-01BE-A9D2-9376935777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3B0ED21-3FE3-FEFF-06E6-50C1A4C11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710" y="452719"/>
            <a:ext cx="7055380" cy="672026"/>
          </a:xfrm>
        </p:spPr>
        <p:txBody>
          <a:bodyPr>
            <a:normAutofit fontScale="90000"/>
          </a:bodyPr>
          <a:lstStyle/>
          <a:p>
            <a:r>
              <a:rPr lang="en-US" altLang="ja-JP" dirty="0"/>
              <a:t>3. Ubuntu</a:t>
            </a:r>
            <a:r>
              <a:rPr lang="ja-JP" altLang="en-US" dirty="0"/>
              <a:t>の導入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4B91C0F-1687-AB50-5E29-79E21D9067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1168152"/>
            <a:ext cx="8208912" cy="550120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ja-JP" sz="1400" dirty="0">
                <a:latin typeface="+mj-ea"/>
              </a:rPr>
              <a:t>3</a:t>
            </a:r>
            <a:r>
              <a:rPr lang="en-US" altLang="ja-JP" sz="1400" dirty="0">
                <a:latin typeface="+mj-ea"/>
                <a:ea typeface="+mj-ea"/>
              </a:rPr>
              <a:t>.17</a:t>
            </a:r>
            <a:r>
              <a:rPr lang="ja-JP" altLang="en-US" sz="1400" dirty="0">
                <a:latin typeface="+mj-ea"/>
              </a:rPr>
              <a:t> パッケージの最新化</a:t>
            </a:r>
            <a:endParaRPr lang="en-US" altLang="ja-JP" sz="1400" dirty="0">
              <a:latin typeface="+mj-ea"/>
            </a:endParaRPr>
          </a:p>
          <a:p>
            <a:pPr marL="0" indent="0">
              <a:buNone/>
            </a:pPr>
            <a:r>
              <a:rPr lang="en-US" altLang="ja-JP" sz="1400" dirty="0">
                <a:latin typeface="+mj-ea"/>
                <a:ea typeface="+mj-ea"/>
              </a:rPr>
              <a:t>   </a:t>
            </a:r>
            <a:r>
              <a:rPr lang="ja-JP" altLang="en-US" sz="1400" dirty="0">
                <a:latin typeface="+mj-ea"/>
                <a:ea typeface="+mj-ea"/>
              </a:rPr>
              <a:t>・パッケージリストの最新化</a:t>
            </a:r>
            <a:endParaRPr lang="en-US" altLang="ja-JP" sz="1400" dirty="0">
              <a:latin typeface="+mj-ea"/>
              <a:ea typeface="+mj-ea"/>
            </a:endParaRPr>
          </a:p>
          <a:p>
            <a:pPr marL="0" indent="0">
              <a:buNone/>
            </a:pPr>
            <a:r>
              <a:rPr lang="ja-JP" altLang="en-US" sz="1400" dirty="0">
                <a:latin typeface="+mj-ea"/>
                <a:ea typeface="+mj-ea"/>
              </a:rPr>
              <a:t>　　</a:t>
            </a:r>
            <a:r>
              <a:rPr lang="en-US" altLang="ja-JP" sz="1400" dirty="0">
                <a:latin typeface="+mj-ea"/>
                <a:ea typeface="+mj-ea"/>
              </a:rPr>
              <a:t>$ apt update</a:t>
            </a:r>
            <a:endParaRPr lang="en-US" altLang="ja-JP" sz="1400" dirty="0">
              <a:latin typeface="+mj-ea"/>
            </a:endParaRPr>
          </a:p>
          <a:p>
            <a:pPr marL="0" indent="0">
              <a:buNone/>
            </a:pPr>
            <a:endParaRPr lang="en-US" altLang="ja-JP" sz="1400" dirty="0">
              <a:latin typeface="+mj-ea"/>
            </a:endParaRPr>
          </a:p>
          <a:p>
            <a:pPr marL="0" indent="0">
              <a:buNone/>
            </a:pPr>
            <a:r>
              <a:rPr lang="ja-JP" altLang="en-US" sz="1400" dirty="0">
                <a:latin typeface="+mj-ea"/>
              </a:rPr>
              <a:t>　・パッケージのアップグレード</a:t>
            </a:r>
            <a:endParaRPr lang="en-US" altLang="ja-JP" sz="1400" dirty="0">
              <a:latin typeface="+mj-ea"/>
            </a:endParaRPr>
          </a:p>
          <a:p>
            <a:pPr marL="0" indent="0">
              <a:buNone/>
            </a:pPr>
            <a:r>
              <a:rPr lang="ja-JP" altLang="en-US" sz="1400" dirty="0">
                <a:latin typeface="+mj-ea"/>
              </a:rPr>
              <a:t>　　</a:t>
            </a:r>
            <a:r>
              <a:rPr lang="en-US" altLang="ja-JP" sz="1400" dirty="0">
                <a:latin typeface="+mj-ea"/>
              </a:rPr>
              <a:t>$ apt upgrade –y</a:t>
            </a:r>
          </a:p>
          <a:p>
            <a:pPr marL="0" indent="0">
              <a:buNone/>
            </a:pPr>
            <a:endParaRPr lang="en-US" altLang="ja-JP" sz="1400" dirty="0">
              <a:latin typeface="+mj-ea"/>
            </a:endParaRPr>
          </a:p>
          <a:p>
            <a:pPr marL="0" indent="0">
              <a:buNone/>
            </a:pPr>
            <a:endParaRPr lang="en-US" altLang="ja-JP" sz="1400" dirty="0">
              <a:latin typeface="+mj-ea"/>
            </a:endParaRPr>
          </a:p>
          <a:p>
            <a:pPr marL="0" indent="0">
              <a:buNone/>
            </a:pPr>
            <a:endParaRPr lang="en-US" altLang="ja-JP" sz="1400" dirty="0">
              <a:latin typeface="+mj-ea"/>
            </a:endParaRPr>
          </a:p>
        </p:txBody>
      </p:sp>
      <p:pic>
        <p:nvPicPr>
          <p:cNvPr id="5" name="図 4" descr="パソコンの画面&#10;&#10;AI 生成コンテンツは誤りを含む可能性があります。">
            <a:extLst>
              <a:ext uri="{FF2B5EF4-FFF2-40B4-BE49-F238E27FC236}">
                <a16:creationId xmlns:a16="http://schemas.microsoft.com/office/drawing/2014/main" id="{75D2E3FF-6D89-2AC6-64B7-AE582B561E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3501009"/>
            <a:ext cx="3920811" cy="2736304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ACF8E56F-5FB5-5974-FEF0-A0FA630708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7013" y="3502564"/>
            <a:ext cx="3992817" cy="2773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83038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2E70B8-A418-C311-BA30-B5197704D9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59426E9-EF28-E820-4AE4-787D168AFF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710" y="452719"/>
            <a:ext cx="7055380" cy="672026"/>
          </a:xfrm>
        </p:spPr>
        <p:txBody>
          <a:bodyPr>
            <a:normAutofit fontScale="90000"/>
          </a:bodyPr>
          <a:lstStyle/>
          <a:p>
            <a:r>
              <a:rPr lang="en-US" altLang="ja-JP" dirty="0"/>
              <a:t>3. Ubuntu</a:t>
            </a:r>
            <a:r>
              <a:rPr lang="ja-JP" altLang="en-US" dirty="0"/>
              <a:t>の導入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BC9AAFA-375B-B9B2-3532-B0BC54C479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1168152"/>
            <a:ext cx="8208912" cy="550120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ja-JP" sz="1400" dirty="0">
                <a:latin typeface="+mj-ea"/>
              </a:rPr>
              <a:t>3</a:t>
            </a:r>
            <a:r>
              <a:rPr lang="en-US" altLang="ja-JP" sz="1400" dirty="0">
                <a:latin typeface="+mj-ea"/>
                <a:ea typeface="+mj-ea"/>
              </a:rPr>
              <a:t>.18</a:t>
            </a:r>
            <a:r>
              <a:rPr lang="en-US" altLang="ja-JP" sz="1400" dirty="0">
                <a:latin typeface="+mj-ea"/>
              </a:rPr>
              <a:t> SSH</a:t>
            </a:r>
            <a:r>
              <a:rPr lang="ja-JP" altLang="en-US" sz="1400" dirty="0">
                <a:latin typeface="+mj-ea"/>
              </a:rPr>
              <a:t>のサービスを立ち上げる</a:t>
            </a:r>
            <a:endParaRPr lang="en-US" altLang="ja-JP" sz="1400" dirty="0">
              <a:latin typeface="+mj-ea"/>
            </a:endParaRPr>
          </a:p>
          <a:p>
            <a:pPr marL="0" indent="0">
              <a:buNone/>
            </a:pPr>
            <a:r>
              <a:rPr lang="ja-JP" altLang="en-US" sz="1400" dirty="0">
                <a:latin typeface="+mj-ea"/>
              </a:rPr>
              <a:t>　・システムの稼働ステータスを確認する</a:t>
            </a:r>
            <a:br>
              <a:rPr lang="en-US" altLang="ja-JP" sz="1400" dirty="0">
                <a:latin typeface="+mj-ea"/>
              </a:rPr>
            </a:br>
            <a:r>
              <a:rPr lang="en-US" altLang="ja-JP" sz="1400" dirty="0">
                <a:latin typeface="+mj-ea"/>
              </a:rPr>
              <a:t>    $ </a:t>
            </a:r>
            <a:r>
              <a:rPr lang="en-US" altLang="ja-JP" sz="1400" dirty="0" err="1">
                <a:latin typeface="+mj-ea"/>
              </a:rPr>
              <a:t>systemctl</a:t>
            </a:r>
            <a:r>
              <a:rPr lang="en-US" altLang="ja-JP" sz="1400" dirty="0">
                <a:latin typeface="+mj-ea"/>
              </a:rPr>
              <a:t> status ssh</a:t>
            </a:r>
          </a:p>
          <a:p>
            <a:pPr marL="0" indent="0">
              <a:buNone/>
            </a:pPr>
            <a:r>
              <a:rPr lang="ja-JP" altLang="en-US" sz="1400" dirty="0">
                <a:latin typeface="+mj-ea"/>
              </a:rPr>
              <a:t>　・</a:t>
            </a:r>
            <a:r>
              <a:rPr lang="en-US" altLang="ja-JP" sz="1400" dirty="0">
                <a:latin typeface="+mj-ea"/>
              </a:rPr>
              <a:t>inactive(dead)</a:t>
            </a:r>
            <a:r>
              <a:rPr lang="ja-JP" altLang="en-US" sz="1400" dirty="0">
                <a:latin typeface="+mj-ea"/>
              </a:rPr>
              <a:t>となっているので、</a:t>
            </a:r>
            <a:br>
              <a:rPr lang="en-US" altLang="ja-JP" sz="1400" dirty="0">
                <a:latin typeface="+mj-ea"/>
              </a:rPr>
            </a:br>
            <a:r>
              <a:rPr lang="ja-JP" altLang="en-US" sz="1400" dirty="0">
                <a:latin typeface="+mj-ea"/>
              </a:rPr>
              <a:t>　　サービスを起動する。</a:t>
            </a:r>
            <a:br>
              <a:rPr lang="en-US" altLang="ja-JP" sz="1400" dirty="0">
                <a:latin typeface="+mj-ea"/>
              </a:rPr>
            </a:br>
            <a:r>
              <a:rPr lang="en-US" altLang="ja-JP" sz="1400" dirty="0">
                <a:latin typeface="+mj-ea"/>
              </a:rPr>
              <a:t>    $ </a:t>
            </a:r>
            <a:r>
              <a:rPr lang="en-US" altLang="ja-JP" sz="1400" dirty="0" err="1">
                <a:latin typeface="+mj-ea"/>
              </a:rPr>
              <a:t>systemctl</a:t>
            </a:r>
            <a:r>
              <a:rPr lang="en-US" altLang="ja-JP" sz="1400" dirty="0">
                <a:latin typeface="+mj-ea"/>
              </a:rPr>
              <a:t> start ssh</a:t>
            </a:r>
          </a:p>
          <a:p>
            <a:pPr marL="0" indent="0">
              <a:buNone/>
            </a:pPr>
            <a:r>
              <a:rPr lang="ja-JP" altLang="en-US" sz="1400" dirty="0">
                <a:latin typeface="+mj-ea"/>
              </a:rPr>
              <a:t>・システムの稼働ステータスを再確認する</a:t>
            </a:r>
            <a:br>
              <a:rPr lang="en-US" altLang="ja-JP" sz="1400" dirty="0">
                <a:latin typeface="+mj-ea"/>
              </a:rPr>
            </a:br>
            <a:r>
              <a:rPr lang="en-US" altLang="ja-JP" sz="1400" dirty="0">
                <a:latin typeface="+mj-ea"/>
              </a:rPr>
              <a:t>    $ </a:t>
            </a:r>
            <a:r>
              <a:rPr lang="en-US" altLang="ja-JP" sz="1400" dirty="0" err="1">
                <a:latin typeface="+mj-ea"/>
              </a:rPr>
              <a:t>systemctl</a:t>
            </a:r>
            <a:r>
              <a:rPr lang="en-US" altLang="ja-JP" sz="1400" dirty="0">
                <a:latin typeface="+mj-ea"/>
              </a:rPr>
              <a:t> status ssh</a:t>
            </a:r>
            <a:br>
              <a:rPr lang="en-US" altLang="ja-JP" sz="1400" dirty="0">
                <a:latin typeface="+mj-ea"/>
              </a:rPr>
            </a:br>
            <a:r>
              <a:rPr lang="ja-JP" altLang="en-US" sz="1400" dirty="0">
                <a:latin typeface="+mj-ea"/>
              </a:rPr>
              <a:t>　　</a:t>
            </a:r>
            <a:r>
              <a:rPr lang="en-US" altLang="ja-JP" sz="1400" dirty="0">
                <a:latin typeface="+mj-ea"/>
              </a:rPr>
              <a:t>Active(running)</a:t>
            </a:r>
            <a:r>
              <a:rPr lang="ja-JP" altLang="en-US" sz="1400" dirty="0">
                <a:latin typeface="+mj-ea"/>
              </a:rPr>
              <a:t>となり起動完了。</a:t>
            </a:r>
            <a:endParaRPr lang="en-US" altLang="ja-JP" sz="1400" dirty="0">
              <a:latin typeface="+mj-ea"/>
            </a:endParaRPr>
          </a:p>
          <a:p>
            <a:pPr marL="0" indent="0">
              <a:buNone/>
            </a:pPr>
            <a:r>
              <a:rPr lang="ja-JP" altLang="en-US" sz="1400" dirty="0">
                <a:latin typeface="+mj-ea"/>
              </a:rPr>
              <a:t>・</a:t>
            </a:r>
            <a:r>
              <a:rPr lang="en-US" altLang="ja-JP" sz="1400" dirty="0">
                <a:latin typeface="+mj-ea"/>
              </a:rPr>
              <a:t>/</a:t>
            </a:r>
            <a:r>
              <a:rPr lang="en-US" altLang="ja-JP" sz="1400" dirty="0" err="1">
                <a:latin typeface="+mj-ea"/>
              </a:rPr>
              <a:t>etc</a:t>
            </a:r>
            <a:r>
              <a:rPr lang="en-US" altLang="ja-JP" sz="1400" dirty="0">
                <a:latin typeface="+mj-ea"/>
              </a:rPr>
              <a:t>/ssh/</a:t>
            </a:r>
            <a:r>
              <a:rPr lang="en-US" altLang="ja-JP" sz="1400" dirty="0" err="1">
                <a:latin typeface="+mj-ea"/>
              </a:rPr>
              <a:t>ssh_config</a:t>
            </a:r>
            <a:r>
              <a:rPr lang="ja-JP" altLang="en-US" sz="1400" dirty="0">
                <a:latin typeface="+mj-ea"/>
              </a:rPr>
              <a:t>の編集</a:t>
            </a:r>
            <a:endParaRPr lang="en-US" altLang="ja-JP" sz="1400" dirty="0">
              <a:latin typeface="+mj-ea"/>
            </a:endParaRPr>
          </a:p>
          <a:p>
            <a:pPr marL="0" indent="0">
              <a:buNone/>
            </a:pPr>
            <a:r>
              <a:rPr lang="ja-JP" altLang="en-US" sz="1400" dirty="0">
                <a:latin typeface="+mj-ea"/>
              </a:rPr>
              <a:t>　</a:t>
            </a:r>
            <a:r>
              <a:rPr lang="en-US" altLang="ja-JP" sz="1400" dirty="0">
                <a:latin typeface="+mj-ea"/>
              </a:rPr>
              <a:t>- </a:t>
            </a:r>
            <a:r>
              <a:rPr lang="ja-JP" altLang="en-US" sz="1400" dirty="0">
                <a:latin typeface="+mj-ea"/>
              </a:rPr>
              <a:t>コメントアウトを削除</a:t>
            </a:r>
            <a:endParaRPr lang="en-US" altLang="ja-JP" sz="1400" dirty="0">
              <a:latin typeface="+mj-ea"/>
            </a:endParaRPr>
          </a:p>
          <a:p>
            <a:pPr marL="0" indent="0">
              <a:buNone/>
            </a:pPr>
            <a:r>
              <a:rPr lang="ja-JP" altLang="en-US" sz="1400" dirty="0">
                <a:latin typeface="+mj-ea"/>
              </a:rPr>
              <a:t>　</a:t>
            </a:r>
            <a:r>
              <a:rPr lang="en-US" altLang="ja-JP" sz="1400" dirty="0">
                <a:latin typeface="+mj-ea"/>
              </a:rPr>
              <a:t>- Yes</a:t>
            </a:r>
            <a:r>
              <a:rPr lang="ja-JP" altLang="en-US" sz="1400" dirty="0">
                <a:latin typeface="+mj-ea"/>
              </a:rPr>
              <a:t>に変更</a:t>
            </a:r>
            <a:endParaRPr lang="en-US" altLang="ja-JP" sz="1400" dirty="0">
              <a:latin typeface="+mj-ea"/>
            </a:endParaRPr>
          </a:p>
          <a:p>
            <a:pPr marL="0" indent="0">
              <a:buNone/>
            </a:pPr>
            <a:r>
              <a:rPr lang="ja-JP" altLang="en-US" sz="1400" dirty="0">
                <a:latin typeface="+mj-ea"/>
              </a:rPr>
              <a:t>　  </a:t>
            </a:r>
            <a:r>
              <a:rPr lang="en-US" altLang="ja-JP" sz="1400" dirty="0" err="1">
                <a:latin typeface="+mj-ea"/>
              </a:rPr>
              <a:t>PasswordAuthentication</a:t>
            </a:r>
            <a:r>
              <a:rPr lang="en-US" altLang="ja-JP" sz="1400" dirty="0">
                <a:latin typeface="+mj-ea"/>
              </a:rPr>
              <a:t> yes</a:t>
            </a:r>
          </a:p>
          <a:p>
            <a:pPr marL="0" indent="0">
              <a:buNone/>
            </a:pPr>
            <a:r>
              <a:rPr lang="ja-JP" altLang="en-US" sz="1400" dirty="0">
                <a:latin typeface="+mj-ea"/>
              </a:rPr>
              <a:t>　　</a:t>
            </a:r>
            <a:endParaRPr lang="en-US" altLang="ja-JP" sz="1400" dirty="0">
              <a:latin typeface="+mj-ea"/>
            </a:endParaRPr>
          </a:p>
        </p:txBody>
      </p:sp>
      <p:pic>
        <p:nvPicPr>
          <p:cNvPr id="10" name="図 9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1F8B1177-DD32-A682-E352-39055522F2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9952" y="1168151"/>
            <a:ext cx="4824536" cy="754607"/>
          </a:xfrm>
          <a:prstGeom prst="rect">
            <a:avLst/>
          </a:prstGeom>
        </p:spPr>
      </p:pic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CFC6EC8A-B011-02FB-65FA-7168BAEB5182}"/>
              </a:ext>
            </a:extLst>
          </p:cNvPr>
          <p:cNvSpPr/>
          <p:nvPr/>
        </p:nvSpPr>
        <p:spPr>
          <a:xfrm>
            <a:off x="4283968" y="1473446"/>
            <a:ext cx="1374299" cy="14401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3" name="図 12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9046CF93-7533-C314-90DE-D4BB491DB3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7944" y="2266686"/>
            <a:ext cx="4971180" cy="2242434"/>
          </a:xfrm>
          <a:prstGeom prst="rect">
            <a:avLst/>
          </a:prstGeom>
        </p:spPr>
      </p:pic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8F2828D3-A7F4-066A-07A3-EC602143D727}"/>
              </a:ext>
            </a:extLst>
          </p:cNvPr>
          <p:cNvSpPr/>
          <p:nvPr/>
        </p:nvSpPr>
        <p:spPr>
          <a:xfrm>
            <a:off x="4067944" y="2266686"/>
            <a:ext cx="4680520" cy="58625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7" name="図 16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0ADE0080-B1F6-98B1-B02A-A7EA14F53A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39952" y="4687250"/>
            <a:ext cx="1590323" cy="2038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94435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D19009-B3FE-F946-71A4-CEC882DE0A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718A5AF-441B-1156-3F09-812008ABCE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710" y="452719"/>
            <a:ext cx="7055380" cy="672026"/>
          </a:xfrm>
        </p:spPr>
        <p:txBody>
          <a:bodyPr>
            <a:normAutofit fontScale="90000"/>
          </a:bodyPr>
          <a:lstStyle/>
          <a:p>
            <a:r>
              <a:rPr lang="en-US" altLang="ja-JP" dirty="0"/>
              <a:t>3. Ubuntu</a:t>
            </a:r>
            <a:r>
              <a:rPr lang="ja-JP" altLang="en-US" dirty="0"/>
              <a:t>の導入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677253D-40D3-4104-2581-DADE85FB7A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1168152"/>
            <a:ext cx="8208912" cy="550120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ja-JP" sz="1400" dirty="0">
                <a:latin typeface="+mj-ea"/>
              </a:rPr>
              <a:t>3</a:t>
            </a:r>
            <a:r>
              <a:rPr lang="en-US" altLang="ja-JP" sz="1400" dirty="0">
                <a:latin typeface="+mj-ea"/>
                <a:ea typeface="+mj-ea"/>
              </a:rPr>
              <a:t>.19</a:t>
            </a:r>
            <a:r>
              <a:rPr lang="ja-JP" altLang="en-US" sz="1400" dirty="0">
                <a:latin typeface="+mj-ea"/>
              </a:rPr>
              <a:t> 導入サーバーの</a:t>
            </a:r>
            <a:r>
              <a:rPr lang="en-US" altLang="ja-JP" sz="1400" dirty="0">
                <a:latin typeface="+mj-ea"/>
              </a:rPr>
              <a:t>IP</a:t>
            </a:r>
            <a:r>
              <a:rPr lang="ja-JP" altLang="en-US" sz="1400" dirty="0">
                <a:latin typeface="+mj-ea"/>
              </a:rPr>
              <a:t>アドレスを調査</a:t>
            </a:r>
            <a:endParaRPr lang="en-US" altLang="ja-JP" sz="1400" dirty="0">
              <a:latin typeface="+mj-ea"/>
            </a:endParaRPr>
          </a:p>
          <a:p>
            <a:pPr marL="0" indent="0">
              <a:buNone/>
            </a:pPr>
            <a:r>
              <a:rPr lang="ja-JP" altLang="en-US" sz="1400" dirty="0">
                <a:latin typeface="+mj-ea"/>
              </a:rPr>
              <a:t>　　ネットワーク調査コマンドでローカル</a:t>
            </a:r>
            <a:r>
              <a:rPr lang="en-US" altLang="ja-JP" sz="1400" dirty="0">
                <a:latin typeface="+mj-ea"/>
              </a:rPr>
              <a:t>IP</a:t>
            </a:r>
            <a:r>
              <a:rPr lang="ja-JP" altLang="en-US" sz="1400" dirty="0">
                <a:latin typeface="+mj-ea"/>
              </a:rPr>
              <a:t>を調べる</a:t>
            </a:r>
            <a:endParaRPr lang="en-US" altLang="ja-JP" sz="1400" dirty="0">
              <a:latin typeface="+mj-ea"/>
            </a:endParaRPr>
          </a:p>
          <a:p>
            <a:pPr marL="0" indent="0">
              <a:buNone/>
            </a:pPr>
            <a:r>
              <a:rPr lang="ja-JP" altLang="en-US" sz="1400" dirty="0">
                <a:latin typeface="+mj-ea"/>
                <a:ea typeface="+mj-ea"/>
              </a:rPr>
              <a:t>　</a:t>
            </a:r>
            <a:r>
              <a:rPr lang="en-US" altLang="ja-JP" sz="1400" dirty="0">
                <a:latin typeface="+mj-ea"/>
                <a:ea typeface="+mj-ea"/>
              </a:rPr>
              <a:t>$</a:t>
            </a:r>
            <a:r>
              <a:rPr lang="ja-JP" altLang="en-US" sz="1400" dirty="0">
                <a:latin typeface="+mj-ea"/>
              </a:rPr>
              <a:t> </a:t>
            </a:r>
            <a:r>
              <a:rPr lang="en-US" altLang="ja-JP" sz="1400" dirty="0" err="1">
                <a:latin typeface="+mj-ea"/>
              </a:rPr>
              <a:t>ip</a:t>
            </a:r>
            <a:r>
              <a:rPr lang="ja-JP" altLang="en-US" sz="1400" dirty="0">
                <a:latin typeface="+mj-ea"/>
              </a:rPr>
              <a:t> </a:t>
            </a:r>
            <a:r>
              <a:rPr lang="en-US" altLang="ja-JP" sz="1400" dirty="0">
                <a:latin typeface="+mj-ea"/>
              </a:rPr>
              <a:t>a</a:t>
            </a:r>
          </a:p>
          <a:p>
            <a:pPr marL="0" indent="0">
              <a:buNone/>
            </a:pPr>
            <a:endParaRPr lang="en-US" altLang="ja-JP" sz="1400" dirty="0">
              <a:latin typeface="+mj-ea"/>
            </a:endParaRPr>
          </a:p>
          <a:p>
            <a:pPr marL="0" indent="0">
              <a:buNone/>
            </a:pPr>
            <a:r>
              <a:rPr lang="ja-JP" altLang="en-US" sz="1400" dirty="0">
                <a:latin typeface="+mj-ea"/>
              </a:rPr>
              <a:t>　</a:t>
            </a:r>
            <a:r>
              <a:rPr lang="en-US" altLang="ja-JP" sz="1400" dirty="0">
                <a:latin typeface="+mj-ea"/>
              </a:rPr>
              <a:t>1: ~</a:t>
            </a:r>
          </a:p>
          <a:p>
            <a:pPr marL="0" indent="0">
              <a:buNone/>
            </a:pPr>
            <a:r>
              <a:rPr lang="en-US" altLang="ja-JP" sz="1400" dirty="0">
                <a:latin typeface="+mj-ea"/>
              </a:rPr>
              <a:t>   2: enp0s3: ~</a:t>
            </a:r>
          </a:p>
          <a:p>
            <a:pPr marL="0" indent="0">
              <a:buNone/>
            </a:pPr>
            <a:r>
              <a:rPr lang="en-US" altLang="ja-JP" sz="1400" dirty="0">
                <a:latin typeface="+mj-ea"/>
              </a:rPr>
              <a:t>       link/ether 08:00:27 ~</a:t>
            </a:r>
          </a:p>
          <a:p>
            <a:pPr marL="0" indent="0">
              <a:buNone/>
            </a:pPr>
            <a:r>
              <a:rPr lang="en-US" altLang="ja-JP" sz="1400" dirty="0">
                <a:latin typeface="+mj-ea"/>
              </a:rPr>
              <a:t>       </a:t>
            </a:r>
            <a:r>
              <a:rPr lang="en-US" altLang="ja-JP" sz="1400" dirty="0" err="1">
                <a:latin typeface="+mj-ea"/>
              </a:rPr>
              <a:t>inet</a:t>
            </a:r>
            <a:r>
              <a:rPr lang="en-US" altLang="ja-JP" sz="1400" dirty="0">
                <a:latin typeface="+mj-ea"/>
              </a:rPr>
              <a:t> 10.0.2.xx/24     &lt;-</a:t>
            </a:r>
            <a:r>
              <a:rPr lang="ja-JP" altLang="en-US" sz="1400" dirty="0">
                <a:latin typeface="+mj-ea"/>
              </a:rPr>
              <a:t>これが</a:t>
            </a:r>
            <a:r>
              <a:rPr lang="en-US" altLang="ja-JP" sz="1400" dirty="0">
                <a:latin typeface="+mj-ea"/>
              </a:rPr>
              <a:t>IP</a:t>
            </a:r>
            <a:r>
              <a:rPr lang="ja-JP" altLang="en-US" sz="1400" dirty="0">
                <a:latin typeface="+mj-ea"/>
              </a:rPr>
              <a:t>アドレス</a:t>
            </a:r>
            <a:endParaRPr lang="en-US" altLang="ja-JP" sz="1400" dirty="0">
              <a:latin typeface="+mj-ea"/>
            </a:endParaRPr>
          </a:p>
          <a:p>
            <a:pPr marL="0" indent="0">
              <a:buNone/>
            </a:pPr>
            <a:r>
              <a:rPr lang="en-US" altLang="ja-JP" sz="1400" dirty="0">
                <a:latin typeface="+mj-ea"/>
                <a:ea typeface="+mj-ea"/>
              </a:rPr>
              <a:t>    </a:t>
            </a:r>
            <a:endParaRPr lang="en-US" altLang="ja-JP" sz="1400" dirty="0">
              <a:latin typeface="+mj-ea"/>
            </a:endParaRPr>
          </a:p>
          <a:p>
            <a:pPr marL="0" indent="0">
              <a:buNone/>
            </a:pPr>
            <a:endParaRPr lang="en-US" altLang="ja-JP" sz="1400" dirty="0">
              <a:latin typeface="+mj-ea"/>
            </a:endParaRPr>
          </a:p>
        </p:txBody>
      </p:sp>
      <p:pic>
        <p:nvPicPr>
          <p:cNvPr id="5" name="図 4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16598F5F-EF7A-3EFA-43EC-8411750389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4048" y="1628800"/>
            <a:ext cx="3347864" cy="2346389"/>
          </a:xfrm>
          <a:prstGeom prst="rect">
            <a:avLst/>
          </a:prstGeom>
        </p:spPr>
      </p:pic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7814937F-27BB-CA4E-5213-15E18AF295A1}"/>
              </a:ext>
            </a:extLst>
          </p:cNvPr>
          <p:cNvSpPr/>
          <p:nvPr/>
        </p:nvSpPr>
        <p:spPr>
          <a:xfrm>
            <a:off x="5004048" y="3212977"/>
            <a:ext cx="2160240" cy="64807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7" name="図 6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1308C2E3-3FE8-1846-12FC-3A92B6E0D3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552" y="4252331"/>
            <a:ext cx="7783011" cy="2152950"/>
          </a:xfrm>
          <a:prstGeom prst="rect">
            <a:avLst/>
          </a:prstGeom>
        </p:spPr>
      </p:pic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D27E8C01-8BBA-BACB-53B3-EDB7C101669F}"/>
              </a:ext>
            </a:extLst>
          </p:cNvPr>
          <p:cNvSpPr/>
          <p:nvPr/>
        </p:nvSpPr>
        <p:spPr>
          <a:xfrm>
            <a:off x="821437" y="5661248"/>
            <a:ext cx="1374299" cy="14401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6828297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1851E0-D4F3-3736-8381-8D9E5C6A15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F5D58D7E-A94B-559A-3571-0150575632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5026" y="4173594"/>
            <a:ext cx="3457674" cy="2567774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B59CF64E-6626-B543-E7F0-1A417F0AD8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ja-JP" dirty="0" err="1"/>
              <a:t>Debian</a:t>
            </a:r>
            <a:r>
              <a:rPr kumimoji="1" lang="ja-JP" altLang="en-US" dirty="0"/>
              <a:t>の導入</a:t>
            </a:r>
            <a:r>
              <a:rPr kumimoji="1" lang="en-US" altLang="ja-JP" dirty="0"/>
              <a:t>(</a:t>
            </a:r>
            <a:r>
              <a:rPr kumimoji="1" lang="en-US" altLang="ja-JP" dirty="0" err="1"/>
              <a:t>Vbox</a:t>
            </a:r>
            <a:r>
              <a:rPr kumimoji="1" lang="ja-JP" altLang="en-US" dirty="0"/>
              <a:t>設定</a:t>
            </a:r>
            <a:r>
              <a:rPr kumimoji="1" lang="en-US" altLang="ja-JP" dirty="0"/>
              <a:t>)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D63B5BC-DE93-1315-3910-A4A623C017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1196752"/>
            <a:ext cx="8229600" cy="550120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ja-JP" altLang="en-US" sz="1400" dirty="0">
                <a:latin typeface="+mj-ea"/>
                <a:ea typeface="+mj-ea"/>
              </a:rPr>
              <a:t>３．</a:t>
            </a:r>
            <a:r>
              <a:rPr lang="en-US" altLang="ja-JP" sz="1400" dirty="0">
                <a:latin typeface="+mj-ea"/>
                <a:ea typeface="+mj-ea"/>
              </a:rPr>
              <a:t>SSH</a:t>
            </a:r>
            <a:r>
              <a:rPr lang="ja-JP" altLang="en-US" sz="1400" dirty="0">
                <a:latin typeface="+mj-ea"/>
                <a:ea typeface="+mj-ea"/>
              </a:rPr>
              <a:t>接続</a:t>
            </a:r>
            <a:endParaRPr lang="en-US" altLang="ja-JP" sz="1400" dirty="0">
              <a:latin typeface="+mj-ea"/>
              <a:ea typeface="+mj-ea"/>
            </a:endParaRPr>
          </a:p>
          <a:p>
            <a:pPr marL="542925" lvl="1" indent="-142875">
              <a:buNone/>
            </a:pPr>
            <a:r>
              <a:rPr lang="en-US" altLang="ja-JP" sz="1400" dirty="0">
                <a:latin typeface="+mj-ea"/>
                <a:ea typeface="+mj-ea"/>
              </a:rPr>
              <a:t>3.2</a:t>
            </a:r>
            <a:r>
              <a:rPr lang="ja-JP" altLang="en-US" sz="1400" dirty="0">
                <a:latin typeface="+mj-ea"/>
                <a:ea typeface="+mj-ea"/>
              </a:rPr>
              <a:t>　</a:t>
            </a:r>
            <a:r>
              <a:rPr lang="en-US" altLang="ja-JP" sz="1400" dirty="0">
                <a:latin typeface="+mj-ea"/>
              </a:rPr>
              <a:t>SSH</a:t>
            </a:r>
            <a:r>
              <a:rPr lang="ja-JP" altLang="en-US" sz="1400" dirty="0">
                <a:latin typeface="+mj-ea"/>
              </a:rPr>
              <a:t>の起動</a:t>
            </a:r>
            <a:endParaRPr lang="en-US" altLang="ja-JP" sz="1400" dirty="0">
              <a:latin typeface="+mj-ea"/>
            </a:endParaRPr>
          </a:p>
          <a:p>
            <a:pPr marL="542925" lvl="1" indent="-142875">
              <a:buNone/>
            </a:pPr>
            <a:r>
              <a:rPr lang="en-US" altLang="ja-JP" sz="1400" dirty="0">
                <a:latin typeface="+mj-ea"/>
                <a:ea typeface="+mj-ea"/>
              </a:rPr>
              <a:t>&gt;ssh –p &lt;</a:t>
            </a:r>
            <a:r>
              <a:rPr lang="ja-JP" altLang="en-US" sz="1400" dirty="0">
                <a:latin typeface="+mj-ea"/>
                <a:ea typeface="+mj-ea"/>
              </a:rPr>
              <a:t>ホストポート</a:t>
            </a:r>
            <a:r>
              <a:rPr lang="en-US" altLang="ja-JP" sz="1400" dirty="0">
                <a:latin typeface="+mj-ea"/>
                <a:ea typeface="+mj-ea"/>
              </a:rPr>
              <a:t>&gt; </a:t>
            </a:r>
            <a:r>
              <a:rPr lang="en-US" altLang="ja-JP" sz="1400" dirty="0" err="1">
                <a:latin typeface="+mj-ea"/>
                <a:ea typeface="+mj-ea"/>
              </a:rPr>
              <a:t>username@host-ipaddr</a:t>
            </a: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r>
              <a:rPr lang="en-US" altLang="ja-JP" sz="1400" dirty="0">
                <a:latin typeface="+mj-ea"/>
                <a:ea typeface="+mj-ea"/>
              </a:rPr>
              <a:t>3.3</a:t>
            </a:r>
            <a:r>
              <a:rPr lang="ja-JP" altLang="en-US" sz="1400" dirty="0">
                <a:latin typeface="+mj-ea"/>
                <a:ea typeface="+mj-ea"/>
              </a:rPr>
              <a:t>　ポートフォワードの設定</a:t>
            </a: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r>
              <a:rPr lang="en-US" altLang="ja-JP" sz="1400" dirty="0">
                <a:latin typeface="+mj-ea"/>
                <a:ea typeface="+mj-ea"/>
              </a:rPr>
              <a:t>V-Box</a:t>
            </a:r>
            <a:r>
              <a:rPr lang="ja-JP" altLang="en-US" sz="1400" dirty="0">
                <a:latin typeface="+mj-ea"/>
                <a:ea typeface="+mj-ea"/>
              </a:rPr>
              <a:t>の「ツール」</a:t>
            </a:r>
            <a:r>
              <a:rPr lang="en-US" altLang="ja-JP" sz="1400" dirty="0">
                <a:latin typeface="+mj-ea"/>
                <a:ea typeface="+mj-ea"/>
              </a:rPr>
              <a:t>-</a:t>
            </a:r>
            <a:r>
              <a:rPr lang="ja-JP" altLang="en-US" sz="1400" dirty="0">
                <a:latin typeface="+mj-ea"/>
                <a:ea typeface="+mj-ea"/>
              </a:rPr>
              <a:t>「ネットワーク」－「</a:t>
            </a:r>
            <a:r>
              <a:rPr lang="en-US" altLang="ja-JP" sz="1400" dirty="0">
                <a:latin typeface="+mj-ea"/>
                <a:ea typeface="+mj-ea"/>
              </a:rPr>
              <a:t>NAT</a:t>
            </a:r>
            <a:r>
              <a:rPr lang="ja-JP" altLang="en-US" sz="1400" dirty="0">
                <a:latin typeface="+mj-ea"/>
                <a:ea typeface="+mj-ea"/>
              </a:rPr>
              <a:t>ネットワーク」でポートフォワーディングを</a:t>
            </a:r>
            <a:br>
              <a:rPr lang="en-US" altLang="ja-JP" sz="1400" dirty="0">
                <a:latin typeface="+mj-ea"/>
              </a:rPr>
            </a:br>
            <a:r>
              <a:rPr lang="ja-JP" altLang="en-US" sz="1400" dirty="0">
                <a:latin typeface="+mj-ea"/>
              </a:rPr>
              <a:t>設定する。</a:t>
            </a:r>
            <a:endParaRPr lang="en-US" altLang="ja-JP" sz="1400" dirty="0">
              <a:latin typeface="+mj-ea"/>
            </a:endParaRPr>
          </a:p>
          <a:p>
            <a:pPr marL="400050" lvl="1" indent="0">
              <a:buNone/>
            </a:pPr>
            <a:r>
              <a:rPr lang="ja-JP" altLang="en-US" sz="1400" dirty="0">
                <a:latin typeface="+mj-ea"/>
                <a:ea typeface="+mj-ea"/>
              </a:rPr>
              <a:t>プロトコル：</a:t>
            </a:r>
            <a:r>
              <a:rPr lang="en-US" altLang="ja-JP" sz="1400" dirty="0">
                <a:latin typeface="+mj-ea"/>
                <a:ea typeface="+mj-ea"/>
              </a:rPr>
              <a:t>TCP</a:t>
            </a:r>
            <a:r>
              <a:rPr lang="ja-JP" altLang="en-US" sz="1400" dirty="0">
                <a:latin typeface="+mj-ea"/>
                <a:ea typeface="+mj-ea"/>
              </a:rPr>
              <a:t>、　ホスト</a:t>
            </a:r>
            <a:r>
              <a:rPr lang="en-US" altLang="ja-JP" sz="1400" dirty="0">
                <a:latin typeface="+mj-ea"/>
                <a:ea typeface="+mj-ea"/>
              </a:rPr>
              <a:t>IP :127.0.0.1</a:t>
            </a:r>
            <a:r>
              <a:rPr lang="ja-JP" altLang="en-US" sz="1400" dirty="0">
                <a:latin typeface="+mj-ea"/>
                <a:ea typeface="+mj-ea"/>
              </a:rPr>
              <a:t>、　ホストポート：　任意（</a:t>
            </a:r>
            <a:r>
              <a:rPr lang="en-US" altLang="ja-JP" sz="1400" dirty="0">
                <a:latin typeface="+mj-ea"/>
                <a:ea typeface="+mj-ea"/>
              </a:rPr>
              <a:t>20000</a:t>
            </a:r>
            <a:r>
              <a:rPr lang="ja-JP" altLang="en-US" sz="1400" dirty="0">
                <a:latin typeface="+mj-ea"/>
                <a:ea typeface="+mj-ea"/>
              </a:rPr>
              <a:t>番以上推奨）、　</a:t>
            </a:r>
            <a:br>
              <a:rPr lang="en-US" altLang="ja-JP" sz="1400" dirty="0">
                <a:latin typeface="+mj-ea"/>
              </a:rPr>
            </a:br>
            <a:r>
              <a:rPr lang="ja-JP" altLang="en-US" sz="1400" dirty="0">
                <a:latin typeface="+mj-ea"/>
                <a:ea typeface="+mj-ea"/>
              </a:rPr>
              <a:t>ゲスト</a:t>
            </a:r>
            <a:r>
              <a:rPr lang="en-US" altLang="ja-JP" sz="1400" dirty="0">
                <a:latin typeface="+mj-ea"/>
                <a:ea typeface="+mj-ea"/>
              </a:rPr>
              <a:t>IP</a:t>
            </a:r>
            <a:r>
              <a:rPr lang="ja-JP" altLang="en-US" sz="1400" dirty="0">
                <a:latin typeface="+mj-ea"/>
                <a:ea typeface="+mj-ea"/>
              </a:rPr>
              <a:t>：「</a:t>
            </a:r>
            <a:r>
              <a:rPr lang="en-US" altLang="ja-JP" sz="1400" dirty="0">
                <a:latin typeface="+mj-ea"/>
              </a:rPr>
              <a:t>3.19</a:t>
            </a:r>
            <a:r>
              <a:rPr lang="ja-JP" altLang="en-US" sz="1400" dirty="0">
                <a:latin typeface="+mj-ea"/>
              </a:rPr>
              <a:t> 導入サーバーの</a:t>
            </a:r>
            <a:r>
              <a:rPr lang="en-US" altLang="ja-JP" sz="1400" dirty="0">
                <a:latin typeface="+mj-ea"/>
              </a:rPr>
              <a:t>IP</a:t>
            </a:r>
            <a:r>
              <a:rPr lang="ja-JP" altLang="en-US" sz="1400" dirty="0">
                <a:latin typeface="+mj-ea"/>
              </a:rPr>
              <a:t>アドレスを調査」の値、　ゲストポート：</a:t>
            </a:r>
            <a:r>
              <a:rPr lang="en-US" altLang="ja-JP" sz="1400" dirty="0">
                <a:latin typeface="+mj-ea"/>
              </a:rPr>
              <a:t>22</a:t>
            </a: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  <a:p>
            <a:pPr marL="400050" lvl="1" indent="0">
              <a:buNone/>
            </a:pPr>
            <a:endParaRPr lang="en-US" altLang="ja-JP" sz="1400" dirty="0">
              <a:latin typeface="+mj-ea"/>
              <a:ea typeface="+mj-ea"/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B78CD452-F0C7-871F-7513-5746A3AEA79C}"/>
              </a:ext>
            </a:extLst>
          </p:cNvPr>
          <p:cNvSpPr/>
          <p:nvPr/>
        </p:nvSpPr>
        <p:spPr>
          <a:xfrm>
            <a:off x="5940152" y="4840560"/>
            <a:ext cx="2592288" cy="14401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2ADDEE8A-7A98-72BC-F8C9-8F1565D48B05}"/>
              </a:ext>
            </a:extLst>
          </p:cNvPr>
          <p:cNvSpPr/>
          <p:nvPr/>
        </p:nvSpPr>
        <p:spPr>
          <a:xfrm>
            <a:off x="5966855" y="6208712"/>
            <a:ext cx="2349561" cy="14401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6" name="図 15">
            <a:extLst>
              <a:ext uri="{FF2B5EF4-FFF2-40B4-BE49-F238E27FC236}">
                <a16:creationId xmlns:a16="http://schemas.microsoft.com/office/drawing/2014/main" id="{2909E0D5-38DD-6587-2CDF-FC8698EC5E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608" y="4173594"/>
            <a:ext cx="3476372" cy="2567774"/>
          </a:xfrm>
          <a:prstGeom prst="rect">
            <a:avLst/>
          </a:prstGeom>
        </p:spPr>
      </p:pic>
      <p:pic>
        <p:nvPicPr>
          <p:cNvPr id="5" name="図 4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A8F93A24-F00B-BDA7-87A0-BD0E5C34E1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2156" y="1123251"/>
            <a:ext cx="2638197" cy="1699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028033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イオン">
  <a:themeElements>
    <a:clrScheme name="イオン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イオン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イオン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5999</TotalTime>
  <Words>1297</Words>
  <Application>Microsoft Office PowerPoint</Application>
  <PresentationFormat>画面に合わせる (4:3)</PresentationFormat>
  <Paragraphs>706</Paragraphs>
  <Slides>25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25</vt:i4>
      </vt:variant>
    </vt:vector>
  </HeadingPairs>
  <TitlesOfParts>
    <vt:vector size="28" baseType="lpstr">
      <vt:lpstr>Century Gothic</vt:lpstr>
      <vt:lpstr>Wingdings 3</vt:lpstr>
      <vt:lpstr>イオン</vt:lpstr>
      <vt:lpstr>UbuntuServerの導入</vt:lpstr>
      <vt:lpstr>1．パッケージ入手</vt:lpstr>
      <vt:lpstr>1．パッケージの入手</vt:lpstr>
      <vt:lpstr>2. Ubuntuの導入(Vbox設定)</vt:lpstr>
      <vt:lpstr>2. Ubuntuの導入(Vbox設定)</vt:lpstr>
      <vt:lpstr>2. Ubuntuの導入(Vbox設定)</vt:lpstr>
      <vt:lpstr>2. Ubuntuの導入(Vbox設定)</vt:lpstr>
      <vt:lpstr>2. Ubuntuの導入(Vbox設定)</vt:lpstr>
      <vt:lpstr>2. Ubuntuの導入(Vbox設定)</vt:lpstr>
      <vt:lpstr>2. Ubuntuの導入(Vbox設定)</vt:lpstr>
      <vt:lpstr>3. Ubuntuの導入</vt:lpstr>
      <vt:lpstr>3. Ubuntsuの導入</vt:lpstr>
      <vt:lpstr>3. Ubuntuの導入</vt:lpstr>
      <vt:lpstr>3. Ubuntuの導入</vt:lpstr>
      <vt:lpstr>3. Ubuntuの導入</vt:lpstr>
      <vt:lpstr>3. Ubuntuの導入</vt:lpstr>
      <vt:lpstr>3. Ubuntuの導入</vt:lpstr>
      <vt:lpstr>3. Ubuntuの導入</vt:lpstr>
      <vt:lpstr>3. Ubuntuの導入</vt:lpstr>
      <vt:lpstr>3. Ubuntuの導入</vt:lpstr>
      <vt:lpstr>3. Ubuntuの導入</vt:lpstr>
      <vt:lpstr>3. Ubuntuの導入</vt:lpstr>
      <vt:lpstr>3. Ubuntuの導入</vt:lpstr>
      <vt:lpstr>3. Ubuntuの導入</vt:lpstr>
      <vt:lpstr>Debianの導入(Vbox設定)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kimihiro</dc:creator>
  <cp:lastModifiedBy>kimihiro ito</cp:lastModifiedBy>
  <cp:revision>76</cp:revision>
  <dcterms:created xsi:type="dcterms:W3CDTF">2014-06-07T09:47:05Z</dcterms:created>
  <dcterms:modified xsi:type="dcterms:W3CDTF">2025-12-17T08:16:51Z</dcterms:modified>
</cp:coreProperties>
</file>