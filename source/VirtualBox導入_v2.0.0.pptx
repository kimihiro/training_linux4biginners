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sldIdLst>
    <p:sldId id="256" r:id="rId2"/>
    <p:sldId id="269" r:id="rId3"/>
    <p:sldId id="270" r:id="rId4"/>
    <p:sldId id="271" r:id="rId5"/>
    <p:sldId id="274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5FEC9-811A-4D7A-AD0E-61459E73C238}" v="181" dt="2025-10-20T05:00:40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6" autoAdjust="0"/>
    <p:restoredTop sz="94660"/>
  </p:normalViewPr>
  <p:slideViewPr>
    <p:cSldViewPr>
      <p:cViewPr varScale="1">
        <p:scale>
          <a:sx n="152" d="100"/>
          <a:sy n="152" d="100"/>
        </p:scale>
        <p:origin x="162" y="12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ihiro ito" userId="64d9ef776e3b414a" providerId="LiveId" clId="{24430D68-2DF7-4B0C-BC1C-2CD25E7EDBB5}"/>
    <pc:docChg chg="undo custSel addSld delSld modSld">
      <pc:chgData name="kimihiro ito" userId="64d9ef776e3b414a" providerId="LiveId" clId="{24430D68-2DF7-4B0C-BC1C-2CD25E7EDBB5}" dt="2025-10-20T05:00:47.880" v="1055" actId="47"/>
      <pc:docMkLst>
        <pc:docMk/>
      </pc:docMkLst>
      <pc:sldChg chg="modSp mod">
        <pc:chgData name="kimihiro ito" userId="64d9ef776e3b414a" providerId="LiveId" clId="{24430D68-2DF7-4B0C-BC1C-2CD25E7EDBB5}" dt="2025-10-07T00:07:45.729" v="100" actId="27636"/>
        <pc:sldMkLst>
          <pc:docMk/>
          <pc:sldMk cId="391118748" sldId="256"/>
        </pc:sldMkLst>
        <pc:spChg chg="mod">
          <ac:chgData name="kimihiro ito" userId="64d9ef776e3b414a" providerId="LiveId" clId="{24430D68-2DF7-4B0C-BC1C-2CD25E7EDBB5}" dt="2025-10-07T00:06:18.789" v="6" actId="6549"/>
          <ac:spMkLst>
            <pc:docMk/>
            <pc:sldMk cId="391118748" sldId="256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0-07T00:07:45.729" v="100" actId="27636"/>
          <ac:spMkLst>
            <pc:docMk/>
            <pc:sldMk cId="391118748" sldId="256"/>
            <ac:spMk id="3" creationId="{00000000-0000-0000-0000-000000000000}"/>
          </ac:spMkLst>
        </pc:spChg>
      </pc:sldChg>
      <pc:sldChg chg="addSp delSp modSp mod">
        <pc:chgData name="kimihiro ito" userId="64d9ef776e3b414a" providerId="LiveId" clId="{24430D68-2DF7-4B0C-BC1C-2CD25E7EDBB5}" dt="2025-10-07T01:09:00.906" v="211" actId="164"/>
        <pc:sldMkLst>
          <pc:docMk/>
          <pc:sldMk cId="3688018797" sldId="269"/>
        </pc:sldMkLst>
        <pc:spChg chg="mod ord">
          <ac:chgData name="kimihiro ito" userId="64d9ef776e3b414a" providerId="LiveId" clId="{24430D68-2DF7-4B0C-BC1C-2CD25E7EDBB5}" dt="2025-10-07T00:54:57.624" v="191" actId="20577"/>
          <ac:spMkLst>
            <pc:docMk/>
            <pc:sldMk cId="3688018797" sldId="269"/>
            <ac:spMk id="3" creationId="{00000000-0000-0000-0000-000000000000}"/>
          </ac:spMkLst>
        </pc:spChg>
        <pc:spChg chg="mod topLvl">
          <ac:chgData name="kimihiro ito" userId="64d9ef776e3b414a" providerId="LiveId" clId="{24430D68-2DF7-4B0C-BC1C-2CD25E7EDBB5}" dt="2025-10-07T01:09:00.906" v="211" actId="164"/>
          <ac:spMkLst>
            <pc:docMk/>
            <pc:sldMk cId="3688018797" sldId="269"/>
            <ac:spMk id="4" creationId="{00000000-0000-0000-0000-000000000000}"/>
          </ac:spMkLst>
        </pc:spChg>
        <pc:spChg chg="mod topLvl">
          <ac:chgData name="kimihiro ito" userId="64d9ef776e3b414a" providerId="LiveId" clId="{24430D68-2DF7-4B0C-BC1C-2CD25E7EDBB5}" dt="2025-10-07T01:09:00.906" v="211" actId="164"/>
          <ac:spMkLst>
            <pc:docMk/>
            <pc:sldMk cId="3688018797" sldId="269"/>
            <ac:spMk id="8" creationId="{00000000-0000-0000-0000-000000000000}"/>
          </ac:spMkLst>
        </pc:spChg>
        <pc:spChg chg="add mod">
          <ac:chgData name="kimihiro ito" userId="64d9ef776e3b414a" providerId="LiveId" clId="{24430D68-2DF7-4B0C-BC1C-2CD25E7EDBB5}" dt="2025-10-07T01:09:00.906" v="211" actId="164"/>
          <ac:spMkLst>
            <pc:docMk/>
            <pc:sldMk cId="3688018797" sldId="269"/>
            <ac:spMk id="11" creationId="{59EF9964-BE93-E642-FCB9-5BB278118865}"/>
          </ac:spMkLst>
        </pc:spChg>
        <pc:spChg chg="add mod">
          <ac:chgData name="kimihiro ito" userId="64d9ef776e3b414a" providerId="LiveId" clId="{24430D68-2DF7-4B0C-BC1C-2CD25E7EDBB5}" dt="2025-10-07T01:09:00.906" v="211" actId="164"/>
          <ac:spMkLst>
            <pc:docMk/>
            <pc:sldMk cId="3688018797" sldId="269"/>
            <ac:spMk id="12" creationId="{D1CA8923-04B2-5918-63DA-EBC86CE21067}"/>
          </ac:spMkLst>
        </pc:spChg>
        <pc:spChg chg="add mod">
          <ac:chgData name="kimihiro ito" userId="64d9ef776e3b414a" providerId="LiveId" clId="{24430D68-2DF7-4B0C-BC1C-2CD25E7EDBB5}" dt="2025-10-07T01:09:00.906" v="211" actId="164"/>
          <ac:spMkLst>
            <pc:docMk/>
            <pc:sldMk cId="3688018797" sldId="269"/>
            <ac:spMk id="13" creationId="{29D7C38F-D6B3-FED5-1679-BBA431FC3FBF}"/>
          </ac:spMkLst>
        </pc:spChg>
        <pc:grpChg chg="add mod">
          <ac:chgData name="kimihiro ito" userId="64d9ef776e3b414a" providerId="LiveId" clId="{24430D68-2DF7-4B0C-BC1C-2CD25E7EDBB5}" dt="2025-10-07T01:09:00.906" v="211" actId="164"/>
          <ac:grpSpMkLst>
            <pc:docMk/>
            <pc:sldMk cId="3688018797" sldId="269"/>
            <ac:grpSpMk id="14" creationId="{BC4841AC-0D2C-F604-F2D0-069467A10CEC}"/>
          </ac:grpSpMkLst>
        </pc:grpChg>
        <pc:picChg chg="add mod ord topLvl">
          <ac:chgData name="kimihiro ito" userId="64d9ef776e3b414a" providerId="LiveId" clId="{24430D68-2DF7-4B0C-BC1C-2CD25E7EDBB5}" dt="2025-10-07T01:09:00.906" v="211" actId="164"/>
          <ac:picMkLst>
            <pc:docMk/>
            <pc:sldMk cId="3688018797" sldId="269"/>
            <ac:picMk id="7" creationId="{2373EC3B-475F-8850-884C-C0860BEF3EA3}"/>
          </ac:picMkLst>
        </pc:picChg>
      </pc:sldChg>
      <pc:sldChg chg="addSp delSp modSp mod">
        <pc:chgData name="kimihiro ito" userId="64d9ef776e3b414a" providerId="LiveId" clId="{24430D68-2DF7-4B0C-BC1C-2CD25E7EDBB5}" dt="2025-10-07T08:25:23.878" v="662" actId="1076"/>
        <pc:sldMkLst>
          <pc:docMk/>
          <pc:sldMk cId="160102868" sldId="270"/>
        </pc:sldMkLst>
        <pc:spChg chg="mod">
          <ac:chgData name="kimihiro ito" userId="64d9ef776e3b414a" providerId="LiveId" clId="{24430D68-2DF7-4B0C-BC1C-2CD25E7EDBB5}" dt="2025-10-07T05:32:49.645" v="386"/>
          <ac:spMkLst>
            <pc:docMk/>
            <pc:sldMk cId="160102868" sldId="270"/>
            <ac:spMk id="3" creationId="{00000000-0000-0000-0000-000000000000}"/>
          </ac:spMkLst>
        </pc:spChg>
        <pc:picChg chg="add mod">
          <ac:chgData name="kimihiro ito" userId="64d9ef776e3b414a" providerId="LiveId" clId="{24430D68-2DF7-4B0C-BC1C-2CD25E7EDBB5}" dt="2025-10-07T05:28:40.305" v="228" actId="1076"/>
          <ac:picMkLst>
            <pc:docMk/>
            <pc:sldMk cId="160102868" sldId="270"/>
            <ac:picMk id="5" creationId="{1F78E9DC-81AA-DFC4-164D-3F0BBA67330E}"/>
          </ac:picMkLst>
        </pc:picChg>
        <pc:picChg chg="add mod">
          <ac:chgData name="kimihiro ito" userId="64d9ef776e3b414a" providerId="LiveId" clId="{24430D68-2DF7-4B0C-BC1C-2CD25E7EDBB5}" dt="2025-10-07T05:29:21.691" v="233" actId="14100"/>
          <ac:picMkLst>
            <pc:docMk/>
            <pc:sldMk cId="160102868" sldId="270"/>
            <ac:picMk id="8" creationId="{1B8F7565-AB1A-82A3-7222-03B59D3C40C8}"/>
          </ac:picMkLst>
        </pc:picChg>
        <pc:picChg chg="add mod">
          <ac:chgData name="kimihiro ito" userId="64d9ef776e3b414a" providerId="LiveId" clId="{24430D68-2DF7-4B0C-BC1C-2CD25E7EDBB5}" dt="2025-10-07T08:25:23.878" v="662" actId="1076"/>
          <ac:picMkLst>
            <pc:docMk/>
            <pc:sldMk cId="160102868" sldId="270"/>
            <ac:picMk id="10" creationId="{50909987-C298-4E83-64CF-8E436A3574EB}"/>
          </ac:picMkLst>
        </pc:picChg>
      </pc:sldChg>
      <pc:sldChg chg="addSp delSp modSp mod">
        <pc:chgData name="kimihiro ito" userId="64d9ef776e3b414a" providerId="LiveId" clId="{24430D68-2DF7-4B0C-BC1C-2CD25E7EDBB5}" dt="2025-10-07T05:51:04.248" v="562" actId="478"/>
        <pc:sldMkLst>
          <pc:docMk/>
          <pc:sldMk cId="3999944739" sldId="271"/>
        </pc:sldMkLst>
        <pc:spChg chg="mod">
          <ac:chgData name="kimihiro ito" userId="64d9ef776e3b414a" providerId="LiveId" clId="{24430D68-2DF7-4B0C-BC1C-2CD25E7EDBB5}" dt="2025-10-07T05:50:54.941" v="561"/>
          <ac:spMkLst>
            <pc:docMk/>
            <pc:sldMk cId="3999944739" sldId="271"/>
            <ac:spMk id="3" creationId="{00000000-0000-0000-0000-000000000000}"/>
          </ac:spMkLst>
        </pc:spChg>
        <pc:picChg chg="add mod">
          <ac:chgData name="kimihiro ito" userId="64d9ef776e3b414a" providerId="LiveId" clId="{24430D68-2DF7-4B0C-BC1C-2CD25E7EDBB5}" dt="2025-10-07T05:39:41.786" v="502" actId="1076"/>
          <ac:picMkLst>
            <pc:docMk/>
            <pc:sldMk cId="3999944739" sldId="271"/>
            <ac:picMk id="5" creationId="{3F3C31A0-F684-4437-7D8A-4A5F1172B0E9}"/>
          </ac:picMkLst>
        </pc:picChg>
        <pc:picChg chg="add mod">
          <ac:chgData name="kimihiro ito" userId="64d9ef776e3b414a" providerId="LiveId" clId="{24430D68-2DF7-4B0C-BC1C-2CD25E7EDBB5}" dt="2025-10-07T05:50:41.501" v="537" actId="14100"/>
          <ac:picMkLst>
            <pc:docMk/>
            <pc:sldMk cId="3999944739" sldId="271"/>
            <ac:picMk id="7" creationId="{023298D1-3FA1-CACB-4150-85F1B0A4BD11}"/>
          </ac:picMkLst>
        </pc:picChg>
        <pc:picChg chg="add mod">
          <ac:chgData name="kimihiro ito" userId="64d9ef776e3b414a" providerId="LiveId" clId="{24430D68-2DF7-4B0C-BC1C-2CD25E7EDBB5}" dt="2025-10-07T05:50:35.031" v="535" actId="14100"/>
          <ac:picMkLst>
            <pc:docMk/>
            <pc:sldMk cId="3999944739" sldId="271"/>
            <ac:picMk id="9" creationId="{20533678-0ED7-571E-8C97-9551545EEB4E}"/>
          </ac:picMkLst>
        </pc:picChg>
        <pc:picChg chg="add mod">
          <ac:chgData name="kimihiro ito" userId="64d9ef776e3b414a" providerId="LiveId" clId="{24430D68-2DF7-4B0C-BC1C-2CD25E7EDBB5}" dt="2025-10-07T05:50:28.331" v="533" actId="1076"/>
          <ac:picMkLst>
            <pc:docMk/>
            <pc:sldMk cId="3999944739" sldId="271"/>
            <ac:picMk id="11" creationId="{A2389F4D-91A2-88D1-92D0-4B4617EA05E9}"/>
          </ac:picMkLst>
        </pc:picChg>
      </pc:sldChg>
      <pc:sldChg chg="addSp delSp modSp mod setBg">
        <pc:chgData name="kimihiro ito" userId="64d9ef776e3b414a" providerId="LiveId" clId="{24430D68-2DF7-4B0C-BC1C-2CD25E7EDBB5}" dt="2025-10-07T08:36:13.192" v="1046"/>
        <pc:sldMkLst>
          <pc:docMk/>
          <pc:sldMk cId="3683288843" sldId="272"/>
        </pc:sldMkLst>
        <pc:spChg chg="mod">
          <ac:chgData name="kimihiro ito" userId="64d9ef776e3b414a" providerId="LiveId" clId="{24430D68-2DF7-4B0C-BC1C-2CD25E7EDBB5}" dt="2025-10-07T08:32:26.964" v="870" actId="26606"/>
          <ac:spMkLst>
            <pc:docMk/>
            <pc:sldMk cId="3683288843" sldId="272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0-07T08:36:13.192" v="1046"/>
          <ac:spMkLst>
            <pc:docMk/>
            <pc:sldMk cId="3683288843" sldId="272"/>
            <ac:spMk id="3" creationId="{00000000-0000-0000-0000-000000000000}"/>
          </ac:spMkLst>
        </pc:spChg>
        <pc:picChg chg="add mod ord">
          <ac:chgData name="kimihiro ito" userId="64d9ef776e3b414a" providerId="LiveId" clId="{24430D68-2DF7-4B0C-BC1C-2CD25E7EDBB5}" dt="2025-10-07T08:32:26.964" v="870" actId="26606"/>
          <ac:picMkLst>
            <pc:docMk/>
            <pc:sldMk cId="3683288843" sldId="272"/>
            <ac:picMk id="5" creationId="{34B69DAE-E8E1-55C0-AF65-BD85ADA8D857}"/>
          </ac:picMkLst>
        </pc:picChg>
        <pc:picChg chg="add mod">
          <ac:chgData name="kimihiro ito" userId="64d9ef776e3b414a" providerId="LiveId" clId="{24430D68-2DF7-4B0C-BC1C-2CD25E7EDBB5}" dt="2025-10-07T08:32:26.964" v="870" actId="26606"/>
          <ac:picMkLst>
            <pc:docMk/>
            <pc:sldMk cId="3683288843" sldId="272"/>
            <ac:picMk id="7" creationId="{E559EC68-80BF-C6A1-85EB-0F78DBC12D89}"/>
          </ac:picMkLst>
        </pc:picChg>
        <pc:picChg chg="add mod ord">
          <ac:chgData name="kimihiro ito" userId="64d9ef776e3b414a" providerId="LiveId" clId="{24430D68-2DF7-4B0C-BC1C-2CD25E7EDBB5}" dt="2025-10-07T08:32:26.964" v="870" actId="26606"/>
          <ac:picMkLst>
            <pc:docMk/>
            <pc:sldMk cId="3683288843" sldId="272"/>
            <ac:picMk id="10" creationId="{C1591F6B-236E-790E-3408-ADB8E9B5F517}"/>
          </ac:picMkLst>
        </pc:picChg>
        <pc:picChg chg="add mod">
          <ac:chgData name="kimihiro ito" userId="64d9ef776e3b414a" providerId="LiveId" clId="{24430D68-2DF7-4B0C-BC1C-2CD25E7EDBB5}" dt="2025-10-07T08:32:37.055" v="873" actId="14100"/>
          <ac:picMkLst>
            <pc:docMk/>
            <pc:sldMk cId="3683288843" sldId="272"/>
            <ac:picMk id="12" creationId="{282F6E33-8CB9-7BDA-9BAF-C6ACC5B46335}"/>
          </ac:picMkLst>
        </pc:picChg>
        <pc:picChg chg="add mod">
          <ac:chgData name="kimihiro ito" userId="64d9ef776e3b414a" providerId="LiveId" clId="{24430D68-2DF7-4B0C-BC1C-2CD25E7EDBB5}" dt="2025-10-07T08:35:22.555" v="929" actId="1076"/>
          <ac:picMkLst>
            <pc:docMk/>
            <pc:sldMk cId="3683288843" sldId="272"/>
            <ac:picMk id="14" creationId="{AB30CEE0-04AE-9D83-EAD7-F85B91450015}"/>
          </ac:picMkLst>
        </pc:picChg>
        <pc:picChg chg="add mod">
          <ac:chgData name="kimihiro ito" userId="64d9ef776e3b414a" providerId="LiveId" clId="{24430D68-2DF7-4B0C-BC1C-2CD25E7EDBB5}" dt="2025-10-07T08:35:31.306" v="933" actId="1076"/>
          <ac:picMkLst>
            <pc:docMk/>
            <pc:sldMk cId="3683288843" sldId="272"/>
            <ac:picMk id="16" creationId="{65023C4C-2D9F-0A2A-7260-2347F95C0E50}"/>
          </ac:picMkLst>
        </pc:picChg>
        <pc:picChg chg="add mod">
          <ac:chgData name="kimihiro ito" userId="64d9ef776e3b414a" providerId="LiveId" clId="{24430D68-2DF7-4B0C-BC1C-2CD25E7EDBB5}" dt="2025-10-07T08:35:29.653" v="932" actId="1076"/>
          <ac:picMkLst>
            <pc:docMk/>
            <pc:sldMk cId="3683288843" sldId="272"/>
            <ac:picMk id="18" creationId="{3A2317ED-0899-9F22-AB6C-8288777695B4}"/>
          </ac:picMkLst>
        </pc:picChg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732252963" sldId="273"/>
        </pc:sldMkLst>
      </pc:sldChg>
      <pc:sldChg chg="addSp delSp modSp mod setBg">
        <pc:chgData name="kimihiro ito" userId="64d9ef776e3b414a" providerId="LiveId" clId="{24430D68-2DF7-4B0C-BC1C-2CD25E7EDBB5}" dt="2025-10-07T05:56:13.731" v="657"/>
        <pc:sldMkLst>
          <pc:docMk/>
          <pc:sldMk cId="1426826548" sldId="274"/>
        </pc:sldMkLst>
        <pc:spChg chg="mod">
          <ac:chgData name="kimihiro ito" userId="64d9ef776e3b414a" providerId="LiveId" clId="{24430D68-2DF7-4B0C-BC1C-2CD25E7EDBB5}" dt="2025-10-07T05:55:46.478" v="592" actId="26606"/>
          <ac:spMkLst>
            <pc:docMk/>
            <pc:sldMk cId="1426826548" sldId="274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0-07T05:56:13.731" v="657"/>
          <ac:spMkLst>
            <pc:docMk/>
            <pc:sldMk cId="1426826548" sldId="274"/>
            <ac:spMk id="3" creationId="{00000000-0000-0000-0000-000000000000}"/>
          </ac:spMkLst>
        </pc:spChg>
        <pc:picChg chg="add mod ord">
          <ac:chgData name="kimihiro ito" userId="64d9ef776e3b414a" providerId="LiveId" clId="{24430D68-2DF7-4B0C-BC1C-2CD25E7EDBB5}" dt="2025-10-07T05:55:46.478" v="592" actId="26606"/>
          <ac:picMkLst>
            <pc:docMk/>
            <pc:sldMk cId="1426826548" sldId="274"/>
            <ac:picMk id="5" creationId="{E0F806FB-77F5-EBE4-988F-5A9AB59407E2}"/>
          </ac:picMkLst>
        </pc:picChg>
        <pc:picChg chg="add mod">
          <ac:chgData name="kimihiro ito" userId="64d9ef776e3b414a" providerId="LiveId" clId="{24430D68-2DF7-4B0C-BC1C-2CD25E7EDBB5}" dt="2025-10-07T05:55:46.478" v="592" actId="26606"/>
          <ac:picMkLst>
            <pc:docMk/>
            <pc:sldMk cId="1426826548" sldId="274"/>
            <ac:picMk id="7" creationId="{F3DC9344-CD45-5C9B-32D4-E31EE6137B9A}"/>
          </ac:picMkLst>
        </pc:picChg>
        <pc:picChg chg="add mod ord">
          <ac:chgData name="kimihiro ito" userId="64d9ef776e3b414a" providerId="LiveId" clId="{24430D68-2DF7-4B0C-BC1C-2CD25E7EDBB5}" dt="2025-10-07T05:55:49.130" v="593" actId="1076"/>
          <ac:picMkLst>
            <pc:docMk/>
            <pc:sldMk cId="1426826548" sldId="274"/>
            <ac:picMk id="11" creationId="{96E7A3A1-DC28-DB9C-49C3-5016B1826EC3}"/>
          </ac:picMkLst>
        </pc:picChg>
      </pc:sldChg>
      <pc:sldChg chg="add del">
        <pc:chgData name="kimihiro ito" userId="64d9ef776e3b414a" providerId="LiveId" clId="{24430D68-2DF7-4B0C-BC1C-2CD25E7EDBB5}" dt="2025-10-20T05:00:47.880" v="1055" actId="47"/>
        <pc:sldMkLst>
          <pc:docMk/>
          <pc:sldMk cId="1622242864" sldId="275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311963507" sldId="276"/>
        </pc:sldMkLst>
      </pc:sldChg>
      <pc:sldChg chg="del">
        <pc:chgData name="kimihiro ito" userId="64d9ef776e3b414a" providerId="LiveId" clId="{24430D68-2DF7-4B0C-BC1C-2CD25E7EDBB5}" dt="2025-10-07T08:36:29.489" v="1050" actId="47"/>
        <pc:sldMkLst>
          <pc:docMk/>
          <pc:sldMk cId="4269818024" sldId="280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340184521" sldId="281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675923330" sldId="282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4276737812" sldId="283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128816347" sldId="284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572096951" sldId="285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094081138" sldId="286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550878459" sldId="287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470597100" sldId="288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4188221936" sldId="289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361481858" sldId="290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240842899" sldId="291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816976919" sldId="292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012571809" sldId="293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240279810" sldId="294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842084063" sldId="295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816667403" sldId="296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170890776" sldId="297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926934131" sldId="298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703207764" sldId="299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3138653708" sldId="300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4168301218" sldId="301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189536591" sldId="302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2726488849" sldId="303"/>
        </pc:sldMkLst>
      </pc:sldChg>
      <pc:sldChg chg="delSp del mod">
        <pc:chgData name="kimihiro ito" userId="64d9ef776e3b414a" providerId="LiveId" clId="{24430D68-2DF7-4B0C-BC1C-2CD25E7EDBB5}" dt="2025-10-07T08:36:44.156" v="1052" actId="47"/>
        <pc:sldMkLst>
          <pc:docMk/>
          <pc:sldMk cId="1923705460" sldId="304"/>
        </pc:sldMkLst>
      </pc:sldChg>
      <pc:sldChg chg="delSp del mod">
        <pc:chgData name="kimihiro ito" userId="64d9ef776e3b414a" providerId="LiveId" clId="{24430D68-2DF7-4B0C-BC1C-2CD25E7EDBB5}" dt="2025-10-07T08:36:45.210" v="1053" actId="47"/>
        <pc:sldMkLst>
          <pc:docMk/>
          <pc:sldMk cId="3391983011" sldId="305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864101853" sldId="306"/>
        </pc:sldMkLst>
      </pc:sldChg>
      <pc:sldChg chg="del">
        <pc:chgData name="kimihiro ito" userId="64d9ef776e3b414a" providerId="LiveId" clId="{24430D68-2DF7-4B0C-BC1C-2CD25E7EDBB5}" dt="2025-10-07T08:36:40.462" v="1051" actId="47"/>
        <pc:sldMkLst>
          <pc:docMk/>
          <pc:sldMk cId="4055094832" sldId="30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20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02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24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15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56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09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3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79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122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17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584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6646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848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138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59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815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50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C368CDA-7CA7-4E7A-9CCD-B610966A52DF}" type="datetimeFigureOut">
              <a:rPr kumimoji="1" lang="ja-JP" altLang="en-US" smtClean="0"/>
              <a:t>2025/10/20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583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VirtualBox</a:t>
            </a:r>
            <a:r>
              <a:rPr lang="ja-JP" altLang="en-US" dirty="0"/>
              <a:t>の</a:t>
            </a:r>
            <a:r>
              <a:rPr kumimoji="1" lang="ja-JP" altLang="en-US" dirty="0"/>
              <a:t>導入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2025/10/07</a:t>
            </a:r>
          </a:p>
          <a:p>
            <a:r>
              <a:rPr kumimoji="1" lang="en-US" altLang="ja-JP" dirty="0" err="1"/>
              <a:t>Kimihiro.Ito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11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19536" y="1340768"/>
            <a:ext cx="8229600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１．</a:t>
            </a:r>
            <a:r>
              <a:rPr lang="en-US" altLang="ja-JP" sz="1400" dirty="0" err="1">
                <a:latin typeface="+mj-ea"/>
              </a:rPr>
              <a:t>VirtualBox</a:t>
            </a:r>
            <a:r>
              <a:rPr lang="ja-JP" altLang="en-US" sz="1400" dirty="0">
                <a:latin typeface="+mj-ea"/>
              </a:rPr>
              <a:t>のサイトから導入パッケージファイルの入手</a:t>
            </a: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  <a:hlinkClick r:id="rId2"/>
              </a:rPr>
              <a:t>https://www.virtualbox.org/wiki/Downloads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627063" lvl="1" indent="-227013">
              <a:buNone/>
            </a:pPr>
            <a:endParaRPr lang="en-US" altLang="ja-JP" sz="1400" dirty="0">
              <a:latin typeface="+mj-ea"/>
            </a:endParaRPr>
          </a:p>
          <a:p>
            <a:pPr marL="627063" lvl="1" indent="-227013">
              <a:buNone/>
            </a:pPr>
            <a:r>
              <a:rPr lang="en-US" altLang="ja-JP" sz="1400" dirty="0">
                <a:latin typeface="+mj-ea"/>
              </a:rPr>
              <a:t>1.1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OS</a:t>
            </a:r>
            <a:r>
              <a:rPr lang="ja-JP" altLang="en-US" sz="1400" dirty="0">
                <a:latin typeface="+mj-ea"/>
              </a:rPr>
              <a:t>環境に合致しているパッケージの入手　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(1)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VirtualBox 7.2.xx platform packages   Windows hosts</a:t>
            </a: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</a:rPr>
              <a:t>    (2) VirtualBox 7.2.xx Extension Pack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VirtualBox</a:t>
            </a:r>
            <a:r>
              <a:rPr kumimoji="1" lang="ja-JP" altLang="en-US" dirty="0"/>
              <a:t>入手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C4841AC-0D2C-F604-F2D0-069467A10CEC}"/>
              </a:ext>
            </a:extLst>
          </p:cNvPr>
          <p:cNvGrpSpPr/>
          <p:nvPr/>
        </p:nvGrpSpPr>
        <p:grpSpPr>
          <a:xfrm>
            <a:off x="1896761" y="2003140"/>
            <a:ext cx="7647793" cy="3744416"/>
            <a:chOff x="1896761" y="2003140"/>
            <a:chExt cx="7647793" cy="374441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2373EC3B-475F-8850-884C-C0860BEF3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6761" y="2003140"/>
              <a:ext cx="7647793" cy="3744416"/>
            </a:xfrm>
            <a:prstGeom prst="rect">
              <a:avLst/>
            </a:prstGeom>
          </p:spPr>
        </p:pic>
        <p:sp>
          <p:nvSpPr>
            <p:cNvPr id="4" name="正方形/長方形 3"/>
            <p:cNvSpPr/>
            <p:nvPr/>
          </p:nvSpPr>
          <p:spPr>
            <a:xfrm>
              <a:off x="6793305" y="2075148"/>
              <a:ext cx="504056" cy="1440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2976882" y="4235388"/>
              <a:ext cx="1800200" cy="9361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9EF9964-BE93-E642-FCB9-5BB278118865}"/>
                </a:ext>
              </a:extLst>
            </p:cNvPr>
            <p:cNvSpPr/>
            <p:nvPr/>
          </p:nvSpPr>
          <p:spPr>
            <a:xfrm>
              <a:off x="8184232" y="5229200"/>
              <a:ext cx="1008112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D1CA8923-04B2-5918-63DA-EBC86CE21067}"/>
                </a:ext>
              </a:extLst>
            </p:cNvPr>
            <p:cNvSpPr txBox="1"/>
            <p:nvPr/>
          </p:nvSpPr>
          <p:spPr>
            <a:xfrm>
              <a:off x="2651727" y="4214464"/>
              <a:ext cx="3513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(1)</a:t>
              </a:r>
              <a:endParaRPr kumimoji="1"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9D7C38F-D6B3-FED5-1679-BBA431FC3FBF}"/>
                </a:ext>
              </a:extLst>
            </p:cNvPr>
            <p:cNvSpPr txBox="1"/>
            <p:nvPr/>
          </p:nvSpPr>
          <p:spPr>
            <a:xfrm>
              <a:off x="7896200" y="5226605"/>
              <a:ext cx="3513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(2)</a:t>
              </a:r>
              <a:endParaRPr kumimoji="1" lang="ja-JP" altLang="en-US" sz="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801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/>
              <a:t>VirtualBox</a:t>
            </a:r>
            <a:r>
              <a:rPr lang="ja-JP" altLang="en-US" dirty="0"/>
              <a:t>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19536" y="1168152"/>
            <a:ext cx="5832648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２．</a:t>
            </a:r>
            <a:r>
              <a:rPr lang="en-US" altLang="ja-JP" sz="1400" dirty="0" err="1">
                <a:latin typeface="+mj-ea"/>
              </a:rPr>
              <a:t>VirtualBox</a:t>
            </a:r>
            <a:r>
              <a:rPr lang="ja-JP" altLang="en-US" sz="1400" dirty="0">
                <a:latin typeface="+mj-ea"/>
              </a:rPr>
              <a:t>パッケージの導入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2.1</a:t>
            </a:r>
            <a:r>
              <a:rPr lang="ja-JP" altLang="en-US" sz="1400" dirty="0">
                <a:latin typeface="+mj-ea"/>
              </a:rPr>
              <a:t>　入手した導入パッケージを起動し、導入を開始する。　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　（導入する場合には、管理者として実行すること）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</a:rPr>
              <a:t>2.2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License Agreement </a:t>
            </a:r>
            <a:r>
              <a:rPr lang="ja-JP" altLang="en-US" sz="1400" dirty="0">
                <a:latin typeface="+mj-ea"/>
              </a:rPr>
              <a:t>使用許諾を確認する。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</a:rPr>
              <a:t>　　　ライセンスの中身は、</a:t>
            </a:r>
            <a:r>
              <a:rPr lang="en-US" altLang="ja-JP" sz="1400" dirty="0">
                <a:latin typeface="+mj-ea"/>
              </a:rPr>
              <a:t>GPL</a:t>
            </a:r>
            <a:r>
              <a:rPr lang="ja-JP" altLang="en-US" sz="1400" dirty="0">
                <a:latin typeface="+mj-ea"/>
              </a:rPr>
              <a:t>ｖ</a:t>
            </a:r>
            <a:r>
              <a:rPr lang="en-US" altLang="ja-JP" sz="1400" dirty="0">
                <a:latin typeface="+mj-ea"/>
              </a:rPr>
              <a:t>3</a:t>
            </a:r>
            <a:r>
              <a:rPr lang="ja-JP" altLang="en-US" sz="1400" dirty="0">
                <a:latin typeface="+mj-ea"/>
              </a:rPr>
              <a:t>となっている。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78E9DC-81AA-DFC4-164D-3F0BBA673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804" y="1484784"/>
            <a:ext cx="3170934" cy="250065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B8F7565-AB1A-82A3-7222-03B59D3C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804" y="4218148"/>
            <a:ext cx="3170934" cy="250472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0909987-C298-4E83-64CF-8E436A357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2348880"/>
            <a:ext cx="1009623" cy="10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/>
              <a:t>VirtualBox</a:t>
            </a:r>
            <a:r>
              <a:rPr lang="ja-JP" altLang="en-US" dirty="0"/>
              <a:t>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19536" y="1168152"/>
            <a:ext cx="8229600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２．パッケージの導入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2.3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Custom Setup</a:t>
            </a:r>
            <a:r>
              <a:rPr lang="ja-JP" altLang="en-US" sz="1400" dirty="0">
                <a:latin typeface="+mj-ea"/>
              </a:rPr>
              <a:t>　パッケージの導入オプションを選択（デフォルト）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　　導入ディレクトリ位置も確認する。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</a:rPr>
              <a:t>2.4</a:t>
            </a:r>
            <a:r>
              <a:rPr lang="ja-JP" altLang="en-US" sz="1400" dirty="0">
                <a:latin typeface="+mj-ea"/>
              </a:rPr>
              <a:t>　ネットワークインターフェース・</a:t>
            </a:r>
            <a:r>
              <a:rPr lang="en-US" altLang="ja-JP" sz="1400" dirty="0" err="1">
                <a:latin typeface="+mj-ea"/>
              </a:rPr>
              <a:t>PythonAPI</a:t>
            </a:r>
            <a:r>
              <a:rPr lang="ja-JP" altLang="en-US" sz="1400" dirty="0">
                <a:latin typeface="+mj-ea"/>
              </a:rPr>
              <a:t>の導入とカスタム設定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3C31A0-F684-4437-7D8A-4A5F1172B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027" y="1484784"/>
            <a:ext cx="2938873" cy="231966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3298D1-3FA1-CACB-4150-85F1B0A4B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790" y="4234364"/>
            <a:ext cx="2928445" cy="231518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0533678-0ED7-571E-8C97-9551545EE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346" y="4234365"/>
            <a:ext cx="2928445" cy="230537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2389F4D-91A2-88D1-92D0-4B4617EA0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656" y="4234365"/>
            <a:ext cx="293887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4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/>
              <a:t>VirtualBox</a:t>
            </a:r>
            <a:r>
              <a:rPr lang="ja-JP" altLang="en-US" dirty="0"/>
              <a:t>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19536" y="1168152"/>
            <a:ext cx="8424936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２．パッケージの導入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2.5</a:t>
            </a:r>
            <a:r>
              <a:rPr lang="ja-JP" altLang="en-US" sz="1400" dirty="0">
                <a:latin typeface="+mj-ea"/>
              </a:rPr>
              <a:t>　インストールの実施許可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</a:rPr>
              <a:t>2.6</a:t>
            </a:r>
            <a:r>
              <a:rPr lang="ja-JP" altLang="en-US" sz="1400" dirty="0">
                <a:latin typeface="+mj-ea"/>
              </a:rPr>
              <a:t>　インストールの実行と完了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0F806FB-77F5-EBE4-988F-5A9AB594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564" y="1459875"/>
            <a:ext cx="2376264" cy="186761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3DC9344-CD45-5C9B-32D4-E31EE6137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65104"/>
            <a:ext cx="2376264" cy="187538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6E7A3A1-DC28-DB9C-49C3-5016B1826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564" y="4336981"/>
            <a:ext cx="2385799" cy="187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2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81200" y="34178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ja-JP" dirty="0" err="1"/>
              <a:t>VirtualBox</a:t>
            </a:r>
            <a:r>
              <a:rPr lang="ja-JP" altLang="en-US" dirty="0"/>
              <a:t>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919536" y="1182791"/>
            <a:ext cx="8229600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２．パッケージの導入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2.7a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Extension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Pack</a:t>
            </a:r>
            <a:r>
              <a:rPr lang="ja-JP" altLang="en-US" sz="1400" dirty="0">
                <a:latin typeface="+mj-ea"/>
              </a:rPr>
              <a:t>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　ダウンロードした</a:t>
            </a:r>
            <a:r>
              <a:rPr lang="en-US" altLang="ja-JP" sz="1400" dirty="0" err="1">
                <a:latin typeface="+mj-ea"/>
              </a:rPr>
              <a:t>ExtentionPack</a:t>
            </a:r>
            <a:r>
              <a:rPr lang="ja-JP" altLang="en-US" sz="1400" dirty="0">
                <a:latin typeface="+mj-ea"/>
              </a:rPr>
              <a:t>を起動する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2.7b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 Extension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Pack</a:t>
            </a:r>
            <a:r>
              <a:rPr lang="ja-JP" altLang="en-US" sz="1400" dirty="0">
                <a:latin typeface="+mj-ea"/>
              </a:rPr>
              <a:t>の導入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　　　ツール －＞ 機能拡張　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　インストール（アイコン）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　ファイル選択　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　開く　　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2.8 Extension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Pack</a:t>
            </a:r>
            <a:r>
              <a:rPr lang="ja-JP" altLang="en-US" sz="1400" dirty="0">
                <a:latin typeface="+mj-ea"/>
              </a:rPr>
              <a:t>の導入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インストール開始　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　ライセンス同意　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　導入完了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						</a:t>
            </a: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</a:rPr>
              <a:t>					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B69DAE-E8E1-55C0-AF65-BD85ADA8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28" y="1268760"/>
            <a:ext cx="937196" cy="95302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559EC68-80BF-C6A1-85EB-0F78DBC12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2708920"/>
            <a:ext cx="2676872" cy="183970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1591F6B-236E-790E-3408-ADB8E9B5F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2711811"/>
            <a:ext cx="2684609" cy="1143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82F6E33-8CB9-7BDA-9BAF-C6ACC5B46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969" y="2708920"/>
            <a:ext cx="3253915" cy="165618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B30CEE0-04AE-9D83-EAD7-F85B91450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115" y="5517232"/>
            <a:ext cx="2300609" cy="127652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5023C4C-2D9F-0A2A-7260-2347F95C0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5694" y="5481228"/>
            <a:ext cx="1683559" cy="134853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3A2317ED-0899-9F22-AB6C-8288777695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223" y="5509641"/>
            <a:ext cx="2781688" cy="12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8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2625</TotalTime>
  <Words>249</Words>
  <Application>Microsoft Office PowerPoint</Application>
  <PresentationFormat>ワイド画面</PresentationFormat>
  <Paragraphs>246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イオン</vt:lpstr>
      <vt:lpstr>VirtualBoxの導入</vt:lpstr>
      <vt:lpstr>VirtualBox入手</vt:lpstr>
      <vt:lpstr>VirtualBox導入</vt:lpstr>
      <vt:lpstr>VirtualBox導入</vt:lpstr>
      <vt:lpstr>VirtualBox導入</vt:lpstr>
      <vt:lpstr>VirtualBox導入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kimihiro</dc:creator>
  <cp:lastModifiedBy>kimihiro ito</cp:lastModifiedBy>
  <cp:revision>77</cp:revision>
  <dcterms:created xsi:type="dcterms:W3CDTF">2014-06-07T09:47:05Z</dcterms:created>
  <dcterms:modified xsi:type="dcterms:W3CDTF">2025-10-20T05:00:48Z</dcterms:modified>
</cp:coreProperties>
</file>